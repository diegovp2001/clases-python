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ghLv+iS88L+STWYRVYUlT8Fz/5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4C799E-6BB8-4C28-9495-196409CAA9C2}">
  <a:tblStyle styleId="{D14C799E-6BB8-4C28-9495-196409CAA9C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customschemas.google.com/relationships/presentationmetadata" Target="meta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Reforzamiento: Debuggear errores de Python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Martes — práctica previa a la evaluación del jueves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Clase Ref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Mensaje de hoy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Hoy debuggeamos: encontrar y corregir errores es la habilidad central de cualquier programador.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&gt;&gt;&gt; Clase Ref - Reforzamiento: Debuggear errores de Python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68580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Objetivo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914400" y="1417320"/>
            <a:ext cx="50292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Debuggear errores de Python: identificar y corregir errores de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sintaxis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lógica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indentación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en un programa.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626364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263640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492240" y="1005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Propósito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6492240" y="1417320"/>
            <a:ext cx="50292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Practicar las habilidades que entran en la evaluación del jueves, entendiendo que debuggear es una habilidad central de cualquier programador.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☝ Reglas de ahora en adelante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📓 Todo comando nuevo va al cuaderno.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🚫 NO hagan copiar-pegar de los comandos.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✨ En toda evaluación podrán usar sus apuntes.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Ref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Haz Ahora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Haz Ahora — V o F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548640" y="1508760"/>
            <a:ext cx="1109441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ejecutar: decide si cada caso es valido en Python. Escribe en el colab.</a:t>
            </a:r>
            <a:endParaRPr b="0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48650" y="2103127"/>
            <a:ext cx="11094300" cy="3339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 flipH="1">
            <a:off x="548200" y="2103128"/>
            <a:ext cx="73200" cy="33396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777250" y="2194555"/>
            <a:ext cx="10728600" cy="3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nota promedio = 6.5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→ Esta línea es válida en Python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total = 10 + 20 / 2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total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vale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El siguiente código no da error:</a:t>
            </a:r>
            <a:endParaRPr b="0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precio = 990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descuento = 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precio_venta = </a:t>
            </a:r>
            <a:endParaRPr b="0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Revisamos las respuestas en conjunto antes de continuar.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Ref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Tipos de error en Python</a:t>
            </a:r>
            <a:endParaRPr/>
          </a:p>
        </p:txBody>
      </p:sp>
      <p:graphicFrame>
        <p:nvGraphicFramePr>
          <p:cNvPr id="138" name="Google Shape;138;p5"/>
          <p:cNvGraphicFramePr/>
          <p:nvPr/>
        </p:nvGraphicFramePr>
        <p:xfrm>
          <a:off x="228600" y="1600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{D14C799E-6BB8-4C28-9495-196409CAA9C2}</a:tableStyleId>
              </a:tblPr>
              <a:tblGrid>
                <a:gridCol w="1270000"/>
                <a:gridCol w="3962400"/>
                <a:gridCol w="6505450"/>
              </a:tblGrid>
              <a:tr h="355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Qué ocurre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Cómo corregirlo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Sintaxis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no puede leer el código — se detiene antes de correr por variables separadas, usar comas y no puntos, entre otros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nota promedio = 6.0` (espacio en el nombre),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temperatura = 10,5 (coma como separador decimal)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nombre = "Juan (comilla sin cerrar)</a:t>
                      </a:r>
                      <a:endParaRPr sz="1800" u="none" cap="none" strike="noStrike">
                        <a:solidFill>
                          <a:srgbClr val="4ADFC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Ref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Tipos de error en Python</a:t>
            </a:r>
            <a:endParaRPr/>
          </a:p>
        </p:txBody>
      </p:sp>
      <p:graphicFrame>
        <p:nvGraphicFramePr>
          <p:cNvPr id="148" name="Google Shape;148;p6"/>
          <p:cNvGraphicFramePr/>
          <p:nvPr/>
        </p:nvGraphicFramePr>
        <p:xfrm>
          <a:off x="228600" y="1600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{D14C799E-6BB8-4C28-9495-196409CAA9C2}</a:tableStyleId>
              </a:tblPr>
              <a:tblGrid>
                <a:gridCol w="1270000"/>
                <a:gridCol w="3962400"/>
                <a:gridCol w="6505450"/>
              </a:tblGrid>
              <a:tr h="355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Qué ocurre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Cómo corregirlo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Sintaxis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no puede leer el código — se detiene antes de correr por variables separadas, usar comas y no puntos, entre otros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nota promedio = 6.0` (espacio en el nombre),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temperatura = 10,5 (coma como separador decimal)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nombre = "Juan (comilla sin cerrar)</a:t>
                      </a:r>
                      <a:endParaRPr sz="1800" u="none" cap="none" strike="noStrike">
                        <a:solidFill>
                          <a:srgbClr val="4ADFC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Lógica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código corre pero el resultado es incorrecto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Ejemplo: Cerrar paréntesis 🡪 </a:t>
                      </a:r>
                      <a:r>
                        <a:rPr lang="en-US" sz="18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+ b + c / 3</a:t>
                      </a: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🡪 </a:t>
                      </a:r>
                      <a:r>
                        <a:rPr lang="en-US" sz="18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 + b + c) / 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Ref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57" name="Google Shape;157;p7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Tipos de error en Python</a:t>
            </a:r>
            <a:endParaRPr/>
          </a:p>
        </p:txBody>
      </p:sp>
      <p:graphicFrame>
        <p:nvGraphicFramePr>
          <p:cNvPr id="158" name="Google Shape;158;p7"/>
          <p:cNvGraphicFramePr/>
          <p:nvPr/>
        </p:nvGraphicFramePr>
        <p:xfrm>
          <a:off x="228600" y="1600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{D14C799E-6BB8-4C28-9495-196409CAA9C2}</a:tableStyleId>
              </a:tblPr>
              <a:tblGrid>
                <a:gridCol w="1270000"/>
                <a:gridCol w="3962400"/>
                <a:gridCol w="6505450"/>
              </a:tblGrid>
              <a:tr h="355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Qué ocurre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Cómo corregirlo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Sintaxis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no puede leer el código — se detiene antes de correr por variables separadas, usar comas y no puntos, entre otros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nota promedio = 6.0` (espacio en el nombre),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temperatura = 10,5 (coma como separador decimal)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nombre = "Juan (comilla sin cerrar)</a:t>
                      </a:r>
                      <a:endParaRPr sz="1800" u="none" cap="none" strike="noStrike">
                        <a:solidFill>
                          <a:srgbClr val="4ADFC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Lógica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código corre pero el resultado es incorrecto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Ejemplo: Cerrar paréntesis 🡪 </a:t>
                      </a:r>
                      <a:r>
                        <a:rPr lang="en-US" sz="18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+ b + c / 3</a:t>
                      </a: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🡪 </a:t>
                      </a:r>
                      <a:r>
                        <a:rPr lang="en-US" sz="18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 + b + c) / 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Identación 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Sangría inesperada — Python no sabe a qué bloque pertenece la línea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descuento = 100</a:t>
                      </a: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al inicio del programa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7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Estrategia: lee el error, identifica la linea, corrige de a uno y vuelve a ejecutar.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