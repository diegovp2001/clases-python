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20 — For Anidado (v2 — enunciados acotados)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4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4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63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963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780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pasa con el ciclo </a:t>
            </a:r>
            <a:r>
              <a:rPr sz="2300">
                <a:solidFill>
                  <a:srgbClr val="4ADFCB"/>
                </a:solidFill>
                <a:latin typeface="Consolas"/>
              </a:rPr>
              <a:t>for asiento</a:t>
            </a:r>
            <a:r>
              <a:rPr sz="2400">
                <a:solidFill>
                  <a:srgbClr val="FFFFFF"/>
                </a:solidFill>
                <a:latin typeface="Calibri"/>
              </a:rPr>
              <a:t> cada vez que el ciclo </a:t>
            </a:r>
            <a:r>
              <a:rPr sz="2300">
                <a:solidFill>
                  <a:srgbClr val="4ADFCB"/>
                </a:solidFill>
                <a:latin typeface="Consolas"/>
              </a:rPr>
              <a:t>for fila</a:t>
            </a:r>
            <a:r>
              <a:rPr sz="2400">
                <a:solidFill>
                  <a:srgbClr val="FFFFFF"/>
                </a:solidFill>
                <a:latin typeface="Calibri"/>
              </a:rPr>
              <a:t> avanza una vuelta?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16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16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2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fila in range(1, 4):
    for asiento in range(1, 6):
        print(fila, asiento)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779519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completo, desde su inicio hasta su fin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779519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una sola vez en total, sin importar el ciclo externo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279136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salta automáticamente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279136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al revés, de atrás hacia adelante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diferencia hay entre este código y un </a:t>
            </a:r>
            <a:r>
              <a:rPr sz="2300">
                <a:solidFill>
                  <a:srgbClr val="4ADFCB"/>
                </a:solidFill>
                <a:latin typeface="Consolas"/>
              </a:rPr>
              <a:t>for</a:t>
            </a:r>
            <a:r>
              <a:rPr sz="2400">
                <a:solidFill>
                  <a:srgbClr val="FFFFFF"/>
                </a:solidFill>
                <a:latin typeface="Calibri"/>
              </a:rPr>
              <a:t> anidado?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dia in range(1, 3):
    print("Día", dia)
for bloque in range(1, 3):
    print("Bloque", bloque)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703320"/>
            <a:ext cx="4541367" cy="7914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Nada, es exactamente lo mismo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703320"/>
            <a:ext cx="4541367" cy="7914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Este código tiene un error de sintaxis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9104"/>
            <a:ext cx="4541367" cy="1473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Aquí el segundo </a:t>
            </a:r>
            <a:r>
              <a:rPr sz="2100">
                <a:solidFill>
                  <a:srgbClr val="4ADFCB"/>
                </a:solidFill>
                <a:latin typeface="Consolas"/>
              </a:rPr>
              <a:t>for</a:t>
            </a:r>
            <a:r>
              <a:rPr sz="2200">
                <a:solidFill>
                  <a:srgbClr val="FFFFFF"/>
                </a:solidFill>
                <a:latin typeface="Calibri"/>
              </a:rPr>
              <a:t> no está dentro del primero — ambos ciclos corren uno después del otro, no uno dentro del otro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9104"/>
            <a:ext cx="4541367" cy="1473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El segundo </a:t>
            </a:r>
            <a:r>
              <a:rPr sz="2100">
                <a:solidFill>
                  <a:srgbClr val="4ADFCB"/>
                </a:solidFill>
                <a:latin typeface="Consolas"/>
              </a:rPr>
              <a:t>for</a:t>
            </a:r>
            <a:r>
              <a:rPr sz="2200">
                <a:solidFill>
                  <a:srgbClr val="FFFFFF"/>
                </a:solidFill>
                <a:latin typeface="Calibri"/>
              </a:rPr>
              <a:t> reemplaza al primero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fila in range(1, 3):
    for columna in range(1, 4):
        print(fila, columna)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3985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 1 / 2 1 / 1 2 / 2 2 / 1 3 / 2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3985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 1 / 1 2 / 1 3 / 2 1 / 2 2 / 2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5312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5293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52628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 1 / 1 2 / 1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45312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5293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52628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4 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¿Cuál de las siguientes es la salida correcta?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semana in range(1, 4):
    for sesion in range(1, semana + 1):
        print("S", semana, "-", sesion)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3985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S1-1 / S2-1 / S3-1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3985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S1-1 S1-2 S1-3 / S2-1 S2-2 S2-3 / S3-1 S3-2 S3-3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531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7152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5262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S3-1 S3-2 S3-3 / S2-1 S2-2 / S1-1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4531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7152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5262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S1-1 / S2-1 S2-2 / S3-1 S3-2 S3-3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for avanzado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4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pasa con el ciclo </a:t>
            </a:r>
            <a:r>
              <a:rPr sz="1800">
                <a:solidFill>
                  <a:srgbClr val="4ADFCB"/>
                </a:solidFill>
                <a:latin typeface="Consolas"/>
              </a:rPr>
              <a:t>for asiento</a:t>
            </a:r>
            <a:r>
              <a:rPr sz="1900">
                <a:solidFill>
                  <a:srgbClr val="CBD5E1"/>
                </a:solidFill>
                <a:latin typeface="Calibri"/>
              </a:rPr>
              <a:t> cada vez que el ciclo </a:t>
            </a:r>
            <a:r>
              <a:rPr sz="1800">
                <a:solidFill>
                  <a:srgbClr val="4ADFCB"/>
                </a:solidFill>
                <a:latin typeface="Consolas"/>
              </a:rPr>
              <a:t>for fila</a:t>
            </a:r>
            <a:r>
              <a:rPr sz="1900">
                <a:solidFill>
                  <a:srgbClr val="CBD5E1"/>
                </a:solidFill>
                <a:latin typeface="Calibri"/>
              </a:rPr>
              <a:t> avanza una vuelta?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completo, desde su inicio hasta su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Es la esencia del anidado: por cada vuelta del externo, el interno corre entero antes de que el externo avance.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diferencia hay entre este código y un </a:t>
            </a:r>
            <a:r>
              <a:rPr sz="1800">
                <a:solidFill>
                  <a:srgbClr val="4ADFCB"/>
                </a:solidFill>
                <a:latin typeface="Consolas"/>
              </a:rPr>
              <a:t>for</a:t>
            </a:r>
            <a:r>
              <a:rPr sz="1900">
                <a:solidFill>
                  <a:srgbClr val="CBD5E1"/>
                </a:solidFill>
                <a:latin typeface="Calibri"/>
              </a:rPr>
              <a:t> anidado?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Aquí el segundo </a:t>
            </a:r>
            <a:r>
              <a:rPr sz="2300">
                <a:solidFill>
                  <a:srgbClr val="4ADFCB"/>
                </a:solidFill>
                <a:latin typeface="Consolas"/>
              </a:rPr>
              <a:t>for</a:t>
            </a:r>
            <a:r>
              <a:rPr sz="2400">
                <a:solidFill>
                  <a:srgbClr val="FFFFFF"/>
                </a:solidFill>
                <a:latin typeface="Calibri"/>
              </a:rPr>
              <a:t> no está dentro del primero — ambos ciclos corren uno después del otro, no uno dentro del otro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Python anida por sangría, no por intención: al no estar indentado dentro del primero, el segundo </a:t>
            </a:r>
            <a:r>
              <a:rPr sz="2100">
                <a:solidFill>
                  <a:srgbClr val="4ADFCB"/>
                </a:solidFill>
                <a:latin typeface="Consolas"/>
              </a:rPr>
              <a:t>for</a:t>
            </a:r>
            <a:r>
              <a:rPr sz="2200">
                <a:solidFill>
                  <a:srgbClr val="FFFFFF"/>
                </a:solidFill>
                <a:latin typeface="Calibri"/>
              </a:rPr>
              <a:t> es un bloque aparte que corre después.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 1 / 1 2 / 1 3 / 2 1 / 2 2 / 2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Por cada valor de </a:t>
            </a:r>
            <a:r>
              <a:rPr sz="2100">
                <a:solidFill>
                  <a:srgbClr val="4ADFCB"/>
                </a:solidFill>
                <a:latin typeface="Consolas"/>
              </a:rPr>
              <a:t>fila</a:t>
            </a:r>
            <a:r>
              <a:rPr sz="2200">
                <a:solidFill>
                  <a:srgbClr val="FFFFFF"/>
                </a:solidFill>
                <a:latin typeface="Calibri"/>
              </a:rPr>
              <a:t> (primero 1, después 2), el ciclo interno recorre completas sus 3 columnas antes de que </a:t>
            </a:r>
            <a:r>
              <a:rPr sz="2100">
                <a:solidFill>
                  <a:srgbClr val="4ADFCB"/>
                </a:solidFill>
                <a:latin typeface="Consolas"/>
              </a:rPr>
              <a:t>fila</a:t>
            </a:r>
            <a:r>
              <a:rPr sz="2200">
                <a:solidFill>
                  <a:srgbClr val="FFFFFF"/>
                </a:solidFill>
                <a:latin typeface="Calibri"/>
              </a:rPr>
              <a:t> avance — por eso salen primero las 3 combinaciones de la fila 1, y recién después las de la fila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4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¿Cuál de las siguientes es la salida correcta?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S1-1 / S2-1 S2-2 / S3-1 S3-2 S3-3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El ciclo interno depende de </a:t>
            </a:r>
            <a:r>
              <a:rPr sz="2100">
                <a:solidFill>
                  <a:srgbClr val="4ADFCB"/>
                </a:solidFill>
                <a:latin typeface="Consolas"/>
              </a:rPr>
              <a:t>semana</a:t>
            </a:r>
            <a:r>
              <a:rPr sz="2200">
                <a:solidFill>
                  <a:srgbClr val="FFFFFF"/>
                </a:solidFill>
                <a:latin typeface="Calibri"/>
              </a:rPr>
              <a:t> — por eso la semana 1 tiene 1 sesión, la semana 2 tiene 2, y la semana 3 tiene 3, igual que la lógica que ya usaron en el Ejercicio 1 del torneo.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