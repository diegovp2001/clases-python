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20 — For Anidado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63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963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780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pasa con el ciclo </a:t>
            </a:r>
            <a:r>
              <a:rPr sz="2300">
                <a:solidFill>
                  <a:srgbClr val="4ADFCB"/>
                </a:solidFill>
                <a:latin typeface="Consolas"/>
              </a:rPr>
              <a:t>for asiento</a:t>
            </a:r>
            <a:r>
              <a:rPr sz="2400">
                <a:solidFill>
                  <a:srgbClr val="FFFFFF"/>
                </a:solidFill>
                <a:latin typeface="Calibri"/>
              </a:rPr>
              <a:t> cada vez que el ciclo </a:t>
            </a:r>
            <a:r>
              <a:rPr sz="2300">
                <a:solidFill>
                  <a:srgbClr val="4ADFCB"/>
                </a:solidFill>
                <a:latin typeface="Consolas"/>
              </a:rPr>
              <a:t>for fila</a:t>
            </a:r>
            <a:r>
              <a:rPr sz="2400">
                <a:solidFill>
                  <a:srgbClr val="FFFFFF"/>
                </a:solidFill>
                <a:latin typeface="Calibri"/>
              </a:rPr>
              <a:t> avanza una vuelta?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16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16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2784"/>
            <a:ext cx="10820095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fila in range(1, 4):
    for asiento in range(1, 6):
        print(fila, asiento)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779519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completo, desde su inicio hasta su fin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779519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una sola vez en total, sin importar el ciclo externo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279136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salta automáticamente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279136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al revés, de atrás hacia adelante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diferencia hay entre este código y un </a:t>
            </a:r>
            <a:r>
              <a:rPr sz="2300">
                <a:solidFill>
                  <a:srgbClr val="4ADFCB"/>
                </a:solidFill>
                <a:latin typeface="Consolas"/>
              </a:rPr>
              <a:t>for</a:t>
            </a:r>
            <a:r>
              <a:rPr sz="2400">
                <a:solidFill>
                  <a:srgbClr val="FFFFFF"/>
                </a:solidFill>
                <a:latin typeface="Calibri"/>
              </a:rPr>
              <a:t> anidado?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dia in range(1, 3):
    print("Día", dia)
for bloque in range(1, 3):
    print("Bloque", bloque)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703320"/>
            <a:ext cx="4541367" cy="7914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Nada, es exactamente lo mismo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703320"/>
            <a:ext cx="4541367" cy="7914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Este código tiene un error de sintaxis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9104"/>
            <a:ext cx="4541367" cy="1473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Aquí 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 no está dentro del primero — ambos ciclos corren uno después del otro, no uno dentro del otro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9104"/>
            <a:ext cx="4541367" cy="1473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 reemplaza al primero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Si se elimina la línea marcada, ¿qué cambia en el resultado?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fila in range(1, 3):
    for asiento in range(1, 4):
        print(asiento, end=" ")
    print()  # &lt;- esta línea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301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892295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7033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Nada, el resultado es idéntico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6301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892295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703320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El programa deja de funcionar y lanza un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7928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205984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831080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Solo se imprimiría la primera fila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757928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205984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831080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Todos los asientos de todas las filas quedarían impresos en una sola línea corrida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for avanzado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pasa con el ciclo </a:t>
            </a:r>
            <a:r>
              <a:rPr sz="1800">
                <a:solidFill>
                  <a:srgbClr val="4ADFCB"/>
                </a:solidFill>
                <a:latin typeface="Consolas"/>
              </a:rPr>
              <a:t>for asiento</a:t>
            </a:r>
            <a:r>
              <a:rPr sz="1900">
                <a:solidFill>
                  <a:srgbClr val="CBD5E1"/>
                </a:solidFill>
                <a:latin typeface="Calibri"/>
              </a:rPr>
              <a:t> cada vez que el ciclo </a:t>
            </a:r>
            <a:r>
              <a:rPr sz="1800">
                <a:solidFill>
                  <a:srgbClr val="4ADFCB"/>
                </a:solidFill>
                <a:latin typeface="Consolas"/>
              </a:rPr>
              <a:t>for fila</a:t>
            </a:r>
            <a:r>
              <a:rPr sz="1900">
                <a:solidFill>
                  <a:srgbClr val="CBD5E1"/>
                </a:solidFill>
                <a:latin typeface="Calibri"/>
              </a:rPr>
              <a:t> avanza una vuelta?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ejecuta completo, desde su inicio hasta su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Es la esencia del anidado: por cada vuelta del externo, el interno corre entero antes de que el externo avance.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diferencia hay entre este código y un </a:t>
            </a:r>
            <a:r>
              <a:rPr sz="1800">
                <a:solidFill>
                  <a:srgbClr val="4ADFCB"/>
                </a:solidFill>
                <a:latin typeface="Consolas"/>
              </a:rPr>
              <a:t>for</a:t>
            </a:r>
            <a:r>
              <a:rPr sz="1900">
                <a:solidFill>
                  <a:srgbClr val="CBD5E1"/>
                </a:solidFill>
                <a:latin typeface="Calibri"/>
              </a:rPr>
              <a:t> anidado?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Aquí el segundo </a:t>
            </a:r>
            <a:r>
              <a:rPr sz="2300">
                <a:solidFill>
                  <a:srgbClr val="4ADFCB"/>
                </a:solidFill>
                <a:latin typeface="Consolas"/>
              </a:rPr>
              <a:t>for</a:t>
            </a:r>
            <a:r>
              <a:rPr sz="2400">
                <a:solidFill>
                  <a:srgbClr val="FFFFFF"/>
                </a:solidFill>
                <a:latin typeface="Calibri"/>
              </a:rPr>
              <a:t> no está dentro del primero — ambos ciclos corren uno después del otro, no uno dentro del otro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Python anida por sangría, no por intención: al no estar indentado dentro del primero, 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 es un bloque aparte que corre después.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Si se elimina la línea marcada, ¿qué cambia en el resultado?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Todos los asientos de todas las filas quedarían impresos en una sola línea corrida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Sin ese </a:t>
            </a:r>
            <a:r>
              <a:rPr sz="2100">
                <a:solidFill>
                  <a:srgbClr val="4ADFCB"/>
                </a:solidFill>
                <a:latin typeface="Consolas"/>
              </a:rPr>
              <a:t>print()</a:t>
            </a:r>
            <a:r>
              <a:rPr sz="2200">
                <a:solidFill>
                  <a:srgbClr val="FFFFFF"/>
                </a:solidFill>
                <a:latin typeface="Calibri"/>
              </a:rPr>
              <a:t> vacío, nunca se salta de línea entre filas.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