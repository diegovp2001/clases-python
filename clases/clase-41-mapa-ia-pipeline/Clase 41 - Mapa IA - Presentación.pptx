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Abrimos con la pregunta: ¿cómo sabe una IA si lo que aprendió sirve? Hoy lo vemos paso a paso con un solo caso. Antes de partir, activa a la voz si quieres que plantee la pregunta.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 el caso con datos ficticios. Pregunta al curso qué datos creen que ayudarían a decidir si regar. Aclara que son datos inventados, inspirados en una viña de Isla de Maipo como Santa 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Muestra el mapa completo antes de entrar al detalle. Marca los cuatro bloques con el puntero.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al curso: ¿qué pregunta de sí o no nos serviría en una viña? Recoge dos o tres ideas y quédate con la del riego.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 en la diferencia: variables = lo que sabemos hoy; etiqueta = la respuesta que queremos predecir. La etiqueta ya viene en los registros pasados porque esos días ya se decidió y se sabe qué pasó.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paso que más se olvida. Usa la analogía del estudio y la prueba: estudiamos con unos ejercicios y nos evalúan con otros que no vimos. Aquí conviene detenerse y preguntar por qué creen que se guarda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Enfatiza: entrenar es aprender de ejemplos que traen su respuesta (la etiqueta). Todavía no sabemos si aprendió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etiqueta de la prueba existe, pero la escondemos al modelo: la usamos después para corregir. Voz: «Colega, verifica comprensión del pipeline.» puede ir al terminar este paso o el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Todavía no hablamos de 'accuracy': la idea es solo contar aciertos. El nombre llega el lunes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el ciclo: un modelo no se entrega y se olvida; se revisa. Eso conecta con el discernimiento más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clave. Haz que dos estudiantes la expliquen con sus palabras. Frase para quedarse: el set de entrenamiento es donde aprende; el set de prueba es donde vemos si predice.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Prepara la actividad P4 (caza el error). Pregunta: ¿qué está mal acá? Deja que lo descubran antes de decirlo.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con el resumen. Voz: «Colega, verifica comprensión del pipeline.» (por qué guardamos datos aparte; qué diferencia hay entre entrenar y predecir).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 el código de la página 2 y pasa a las actividades. En la página las actividades usan otro ejemplo: el sistema de climatización de las bodegas donde fermenta la uva.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rta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l cas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corrido comple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so 1 · Definir el proble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so 2 · Reunir datos: variables y etiqu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so 3 · Separar en dos sets de dat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so 4 · Entrenar el model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so 5 · Predecir sobre el set de prue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so 6 · Evaluar: ¿cuántas veces acertó?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so 7 · Usar en casos nuevos y revis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trenar no es predec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rror típi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 practic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