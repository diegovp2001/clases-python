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8412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Actividad desconectada: lee cada situación y decide si es verdadera (V) o falsa (F). Escribe tu respuesta en la celda de abajo sin abrir el computador.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11094415" cy="39867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66543"/>
            <a:ext cx="73152" cy="398678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03703"/>
            <a:ext cx="10820095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El PIN guardado es 4821. Ingresaste 4821. ¿Son iguales?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Tu contraseña es "Gato99". Escribiste "gato99". ¿Son distintas?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Tu app pesa 450 MB. Tienes 380 MB libres. ¿Cabe la app?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4. Llevas 2 intentos fallidos. El límite es 5. ¿Estás bajo el límite?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5. Tienes 16 años. La app exige 16 o más. ¿Puedes entrar?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6. Tu usuario tiene 12 caracteres. El máximo es 15. ¿Es válido?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63056"/>
            <a:ext cx="11094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→ En unos minutos revisaremos en conjunto las respuestas y veremos cómo Python evalúa cada una de estas situaciones.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