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Tipo Booleano y Comparaciones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Tipo booleano (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94A3B8"/>
                </a:solidFill>
                <a:latin typeface="Calibri"/>
              </a:rPr>
              <a:t>/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94A3B8"/>
                </a:solidFill>
                <a:latin typeface="Calibri"/>
              </a:rPr>
              <a:t>), operadores de comparación (</a:t>
            </a:r>
            <a:r>
              <a:rPr sz="2000" b="0">
                <a:solidFill>
                  <a:srgbClr val="4ADFCB"/>
                </a:solidFill>
                <a:latin typeface="Consolas"/>
              </a:rPr>
              <a:t>==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!=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&lt;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&lt;=</a:t>
            </a:r>
            <a:r>
              <a:rPr sz="2000" b="0">
                <a:solidFill>
                  <a:srgbClr val="94A3B8"/>
                </a:solidFill>
                <a:latin typeface="Calibri"/>
              </a:rPr>
              <a:t>), </a:t>
            </a:r>
            <a:r>
              <a:rPr sz="2000" b="0">
                <a:solidFill>
                  <a:srgbClr val="4ADFCB"/>
                </a:solidFill>
                <a:latin typeface="Consolas"/>
              </a:rPr>
              <a:t>bool()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8a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Los programas necesitan evaluar condiciones todo el tiempo. Hoy desbloqueas una herramienta nueva 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8a - Tipo Booleano y Comparaciones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Demostrar el uso de valores booleanos y operadores de comparación en Python mediante la evaluación de condiciones con datos cotidianos, para identificar cuándo una expresión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Los programas necesitan evaluar condiciones todo el tiempo. Hoy aprenderás a escribir esas condiciones en Python y a entender qué responde el programa — verdadero o falso. Es la base de toda lógica en programación.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8412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Actividad desconectada: lee cada situación y decide si es verdadera (V) o falsa (F). Escribe tu respuesta en la celda de abajo sin abrir el computador.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11094415" cy="39867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66543"/>
            <a:ext cx="73152" cy="398678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03703"/>
            <a:ext cx="10820095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El PIN guardado es 4821. Ingresaste 4821. ¿Son iguales?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Tu contraseña es "Gato99". Escribiste "gato99". ¿Son distintas?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Tu app pesa 450 MB. Tienes 380 MB libres. ¿Cabe la app?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4. Llevas 2 intentos fallidos. El límite es 5. ¿Estás bajo el límite?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5. Tienes 16 años. La app exige 16 o más. ¿Puedes entrar?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6. Tu usuario tiene 12 caracteres. El máximo es 15. ¿Es válido?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63056"/>
            <a:ext cx="11094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→ En unos minutos revisaremos en conjunto las respuestas y veremos cómo Python evalúa cada una de estas situaciones.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Tipo booleano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257207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57207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2087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En Python existe un tipo especial llamado </a:t>
            </a:r>
            <a:r>
              <a:rPr sz="2000" b="0">
                <a:solidFill>
                  <a:srgbClr val="4ADFCB"/>
                </a:solidFill>
                <a:latin typeface="Consolas"/>
              </a:rPr>
              <a:t>bool</a:t>
            </a:r>
            <a:r>
              <a:rPr sz="2000" b="0">
                <a:solidFill>
                  <a:srgbClr val="FFFFFF"/>
                </a:solidFill>
                <a:latin typeface="Calibri"/>
              </a:rPr>
              <a:t> que solo puede tener dos valores: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 (verdadero) o 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FFFFFF"/>
                </a:solidFill>
                <a:latin typeface="Calibri"/>
              </a:rPr>
              <a:t> (falso). Se escribe con la primera letra en mayúscula. Usa </a:t>
            </a:r>
            <a:r>
              <a:rPr sz="2000" b="0">
                <a:solidFill>
                  <a:srgbClr val="4ADFCB"/>
                </a:solidFill>
                <a:latin typeface="Consolas"/>
              </a:rPr>
              <a:t>type()</a:t>
            </a:r>
            <a:r>
              <a:rPr sz="2000" b="0">
                <a:solidFill>
                  <a:srgbClr val="FFFFFF"/>
                </a:solidFill>
                <a:latin typeface="Calibri"/>
              </a:rPr>
              <a:t> para confirmar el tipo.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542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92900"/>
            <a:ext cx="11094415" cy="1990779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9290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30060"/>
            <a:ext cx="10820095" cy="17621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tiene_stock = True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esta_agotado =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print(tiene_stock)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print(type(tiene_stock))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Operadores de comparación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6372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4ADFCB"/>
                </a:solidFill>
                <a:latin typeface="Consolas"/>
              </a:rPr>
              <a:t>saldo_cuenta_rut &gt;= precio_audifono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saldo_cuenta_rut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dinero disponible en la Cuenta RUT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65176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operador — define qué tipo de comparación se hace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precio_audifono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precio del artículo que queremos comprar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11480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Resultado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siempre </a:t>
            </a:r>
            <a:r>
              <a:rPr sz="1500" b="0">
                <a:solidFill>
                  <a:srgbClr val="4ADFCB"/>
                </a:solidFill>
                <a:latin typeface="Consolas"/>
              </a:rPr>
              <a:t>True</a:t>
            </a:r>
            <a:r>
              <a:rPr sz="1500" b="0">
                <a:solidFill>
                  <a:srgbClr val="FFFFFF"/>
                </a:solidFill>
                <a:latin typeface="Calibri"/>
              </a:rPr>
              <a:t> o </a:t>
            </a:r>
            <a:r>
              <a:rPr sz="1500" b="0">
                <a:solidFill>
                  <a:srgbClr val="4ADFCB"/>
                </a:solidFill>
                <a:latin typeface="Consolas"/>
              </a:rPr>
              <a:t>False</a:t>
            </a:r>
            <a:r>
              <a:rPr sz="1500" b="0">
                <a:solidFill>
                  <a:srgbClr val="FFFFFF"/>
                </a:solidFill>
                <a:latin typeface="Calibri"/>
              </a:rPr>
              <a:t> — nunca otro valor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080760"/>
            <a:ext cx="11094415" cy="5943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080760"/>
            <a:ext cx="73152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126480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💡  Una comparación siempre devuelve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FFFFFF"/>
                </a:solidFill>
                <a:latin typeface="Calibri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  <a:r>
              <a:rPr sz="1600" b="0">
                <a:solidFill>
                  <a:srgbClr val="FFFFFF"/>
                </a:solidFill>
                <a:latin typeface="Calibri"/>
              </a:rPr>
              <a:t> — nunca otro valor.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== != 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==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==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False — no son iguales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!=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!=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True — sí son distintos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supera el precio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&lt; &gt;= &lt;=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 menor al precio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alcanza el 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&lt;=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está bajo o igual al precio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La función `bool()`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264402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64402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21593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bool()</a:t>
            </a:r>
            <a:r>
              <a:rPr sz="2200" b="0">
                <a:solidFill>
                  <a:srgbClr val="FFFFFF"/>
                </a:solidFill>
                <a:latin typeface="Calibri"/>
              </a:rPr>
              <a:t> convierte un número en su valor booleano. El </a:t>
            </a:r>
            <a:r>
              <a:rPr sz="2200" b="0">
                <a:solidFill>
                  <a:srgbClr val="4ADFCB"/>
                </a:solidFill>
                <a:latin typeface="Consolas"/>
              </a:rPr>
              <a:t>0</a:t>
            </a:r>
            <a:r>
              <a:rPr sz="2200" b="0">
                <a:solidFill>
                  <a:srgbClr val="FFFFFF"/>
                </a:solidFill>
                <a:latin typeface="Calibri"/>
              </a:rPr>
              <a:t>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; cualquier otro número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1737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4846"/>
            <a:ext cx="11094415" cy="191883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4846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2006"/>
            <a:ext cx="10820095" cy="16902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print(bool(0))    # False — cero es siempre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print(bool(150))  # True — cualquier otro número es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4. Booleanos en la vida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 que te preguntas tú, Python lo resuelve con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🌍  Vida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011680"/>
            <a:ext cx="5470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🐍  En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96312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¿Te alcanza el saldo para el artículo?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423160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496312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saldo &gt;= precio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0128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10128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83280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¿Hay unidades disponibles en la tienda?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310128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10128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310128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383280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unidades != 0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97096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97096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¿El envío llega en 5 días o menos?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197096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197096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197096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70248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dias_envio &lt;= 5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Escribir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o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en minúscula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NameError: name 'true' is not defined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Siempre con mayúscula: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en vez de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para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Asigna un valor en vez de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Para comparar, usar doble igual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Comparar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"60000" &gt;= 60000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TypeError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— texto vs número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Convertir con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int()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antes de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