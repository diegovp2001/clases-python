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Análisis de Condiciones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Ninguno — clase de consolidación y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9b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Un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programa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no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funcionar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prueba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funcionar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con *</a:t>
            </a:r>
            <a:r>
              <a:rPr sz="2200" b="0">
                <a:solidFill>
                  <a:srgbClr val="FFFFFF"/>
                </a:solidFill>
                <a:latin typeface="Calibri"/>
              </a:rPr>
              <a:t>todos*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posibles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Hoy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desbloqueas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herramienta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nueva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9b - Análisis de Condiciones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Analizar condiciones Python incorrectas o imprecisas para identificar el error lógico y corregirlo, con rigor.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Un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programa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no solo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funcionar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prueba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funcionar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todos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posibles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Hoy</a:t>
            </a:r>
            <a:r>
              <a:rPr lang="es-CL" sz="2000" b="0" dirty="0">
                <a:solidFill>
                  <a:srgbClr val="FFFFFF"/>
                </a:solidFill>
                <a:latin typeface="Calibri"/>
              </a:rPr>
              <a:t> rigurosamente revisaremos código en Python así como en nuestro día a día tenemos que tener cuidado especial en ciertas cosas.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8412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(7 min) Actividad desconectada, sin computador. Lee cada situación y decide si la "regla" está bien escrita o si hay un caso donde fallaría. Escribe tu respuesta y justifícala en una oración.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11094415" cy="39867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066543"/>
            <a:ext cx="73152" cy="398678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03703"/>
            <a:ext cx="10820095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El sistema del colegio dice: "Aprueba quien tenga más de 4.0". Una compañera tiene exactamente 4.0. ¿Aprueba?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Una app de descuento dice: "El descuento aplica si el precio es menor a $10.000". El precio es exactamente $10.000. ¿Aplica?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Un juego en línea dice: "Ganas el nivel si tu puntaje es mayor a 100". Tienes exactamente 100 puntos. ¿Ganaste?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4. Una sala de eventos dice: "Entran personas de menos de 18 años". Tienes 18 años. ¿Entras?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Una condición correcta funciona para todos los datos, no solo los de prueba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226969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269699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17850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Una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condición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da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correcto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usaste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probarla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puede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igual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fallar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otros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Una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condición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realmente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correcta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cuando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no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existe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ningún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dato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haga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dar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equivocado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3051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0523"/>
            <a:ext cx="11094415" cy="130321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290523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27683"/>
            <a:ext cx="10820095" cy="10746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puntaje_jugador = 100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print("¿Ganaste el nivel?", puntaje_jugador &gt; 100)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# &gt;&gt; ¿Ganaste el nivel? False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58334"/>
            <a:ext cx="11094415" cy="825345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758334"/>
            <a:ext cx="73152" cy="825345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831486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51526"/>
            <a:ext cx="10728655" cy="3864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"Funciona con mis datos" no significa "funciona siempre".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El caso límite — el dato que revela si la condición está 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70846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70846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1223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El caso límite es el valor exacto donde dos operadores similares (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</a:t>
            </a:r>
            <a:r>
              <a:rPr sz="2000" b="0">
                <a:solidFill>
                  <a:srgbClr val="FFFFFF"/>
                </a:solidFill>
                <a:latin typeface="Calibri"/>
              </a:rPr>
              <a:t> y 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&gt;=</a:t>
            </a:r>
            <a:r>
              <a:rPr sz="2000" b="0">
                <a:solidFill>
                  <a:srgbClr val="FFFFFF"/>
                </a:solidFill>
                <a:latin typeface="Calibri"/>
              </a:rPr>
              <a:t>) dan resultados distintos. Si pruebas con ese valor y el resultado no es el esperado, encontraste el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181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29288"/>
            <a:ext cx="11094415" cy="1930481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2928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66448"/>
            <a:ext cx="10820095" cy="17018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nota_alumno = 4.0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print("¿Aprueba?", nota_alumno &gt; 4.0)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# &gt;&gt; ¿Aprueba?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print("¿Aprueba?", nota_alumno &gt;= 4.0)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# &gt;&gt; ¿Aprueba? 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24362"/>
            <a:ext cx="11094415" cy="75931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824362"/>
            <a:ext cx="73152" cy="75931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897514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17554"/>
            <a:ext cx="10728655" cy="320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para encontrar el error, prueba siempre con el valor exacto del umbral.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Los errores de operador más frecuentes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01404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01404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52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Cada error de operador tiene exactamente un dato que lo delata.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820262"/>
              </p:ext>
            </p:extLst>
          </p:nvPr>
        </p:nvGraphicFramePr>
        <p:xfrm>
          <a:off x="2372293" y="2687398"/>
          <a:ext cx="7447107" cy="3073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Operador usado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Operador correcto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Caso que lo revela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FFFFFF"/>
                          </a:solidFill>
                        </a:rPr>
                        <a:t>cuando ambos valores son iguales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4ADFCB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cuando</a:t>
                      </a:r>
                      <a:r>
                        <a:rPr sz="2400" b="0" dirty="0">
                          <a:solidFill>
                            <a:srgbClr val="FFFFFF"/>
                          </a:solidFill>
                        </a:rPr>
                        <a:t> ambos </a:t>
                      </a:r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valores</a:t>
                      </a:r>
                      <a:r>
                        <a:rPr sz="2400" b="0" dirty="0">
                          <a:solidFill>
                            <a:srgbClr val="FFFFFF"/>
                          </a:solidFill>
                        </a:rPr>
                        <a:t> son </a:t>
                      </a:r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iguales</a:t>
                      </a:r>
                      <a:endParaRPr sz="24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FFFFFF"/>
                          </a:solidFill>
                        </a:rPr>
                        <a:t>cuando ambos valores son iguales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FFFFFF"/>
                          </a:solidFill>
                        </a:rPr>
                        <a:t>cuando los valores son distintos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7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cuando</a:t>
                      </a:r>
                      <a:r>
                        <a:rPr sz="2400" b="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los</a:t>
                      </a:r>
                      <a:r>
                        <a:rPr sz="2400" b="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valores</a:t>
                      </a:r>
                      <a:r>
                        <a:rPr sz="2400" b="0" dirty="0">
                          <a:solidFill>
                            <a:srgbClr val="FFFFFF"/>
                          </a:solidFill>
                        </a:rPr>
                        <a:t> son </a:t>
                      </a:r>
                      <a:r>
                        <a:rPr sz="2400" b="0" dirty="0" err="1">
                          <a:solidFill>
                            <a:srgbClr val="FFFFFF"/>
                          </a:solidFill>
                        </a:rPr>
                        <a:t>iguales</a:t>
                      </a:r>
                      <a:endParaRPr sz="2400" b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5772443"/>
            <a:ext cx="11094415" cy="81123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772443"/>
            <a:ext cx="73152" cy="8112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845595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5635"/>
            <a:ext cx="10728655" cy="372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 sospechas del operador, prueba con el valor exacto del límite.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81279"/>
              </p:ext>
            </p:extLst>
          </p:nvPr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Probar solo con datos "cómodos"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La condición parece correcta pero falla en el límite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Siempre prueba con el valor exacto del umbral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Confundir </a:t>
                      </a:r>
                      <a:r>
                        <a:rPr sz="2400">
                          <a:solidFill>
                            <a:srgbClr val="4ADFCB"/>
                          </a:solidFill>
                          <a:latin typeface="Consolas"/>
                        </a:rPr>
                        <a:t>&gt;</a:t>
                      </a:r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 con </a:t>
                      </a:r>
                      <a:r>
                        <a:rPr sz="2400">
                          <a:solidFill>
                            <a:srgbClr val="4ADFC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El programa excluye el caso exacto de empate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Pregúntate: ¿el umbral mismo cuenta o no?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Corregir el operador sin verificar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>
                          <a:solidFill>
                            <a:srgbClr val="FFFFFF"/>
                          </a:solidFill>
                          <a:latin typeface="Calibri"/>
                        </a:rPr>
                        <a:t>Puede que la nueva versión tampoco sea correcta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dirty="0">
                          <a:solidFill>
                            <a:srgbClr val="FFFFFF"/>
                          </a:solidFill>
                          <a:latin typeface="Calibri"/>
                        </a:rPr>
                        <a:t>Vuelve a </a:t>
                      </a:r>
                      <a:r>
                        <a:rPr sz="2400" dirty="0" err="1">
                          <a:solidFill>
                            <a:srgbClr val="FFFFFF"/>
                          </a:solidFill>
                          <a:latin typeface="Calibri"/>
                        </a:rPr>
                        <a:t>ejecutar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Calibri"/>
                        </a:rPr>
                        <a:t> con </a:t>
                      </a:r>
                      <a:r>
                        <a:rPr sz="2400" dirty="0" err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2400" dirty="0" err="1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2400" dirty="0" err="1">
                          <a:solidFill>
                            <a:srgbClr val="FFFFFF"/>
                          </a:solidFill>
                          <a:latin typeface="Calibri"/>
                        </a:rPr>
                        <a:t>límite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Calibri"/>
                        </a:rPr>
                        <a:t> y </a:t>
                      </a:r>
                      <a:r>
                        <a:rPr sz="2400" dirty="0" err="1">
                          <a:solidFill>
                            <a:srgbClr val="FFFFFF"/>
                          </a:solidFill>
                          <a:latin typeface="Calibri"/>
                        </a:rPr>
                        <a:t>confirma</a:t>
                      </a:r>
                      <a:endParaRPr sz="24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733</Words>
  <Application>Microsoft Office PowerPoint</Application>
  <PresentationFormat>Panorámica</PresentationFormat>
  <Paragraphs>88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Ignacio Vargas Palominos</cp:lastModifiedBy>
  <cp:revision>3</cp:revision>
  <dcterms:created xsi:type="dcterms:W3CDTF">2013-01-27T09:14:16Z</dcterms:created>
  <dcterms:modified xsi:type="dcterms:W3CDTF">2026-06-04T20:06:38Z</dcterms:modified>
  <cp:category/>
</cp:coreProperties>
</file>