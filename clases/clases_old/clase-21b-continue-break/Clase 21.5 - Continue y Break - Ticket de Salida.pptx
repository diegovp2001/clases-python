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omghwEehsEjXEM8PXVwUo3dpe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Ticket de Salida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21.5 — continue y break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💡  Cómo lo vamos a hacer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Son 3 preguntas. Las vemos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por una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Decide tu respuesta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silencio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no la digas ni la comentes.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Anota la letra que elegiste (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Recién al terminar la pregunta 3 completamos el Formulario.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Después de enviarlo, revisamos juntos las respuestas.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Nadie responde el Formulario antes de tiempo: primero te comprometes con tu respuesta.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1 de 3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numero in range(1, 6):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if numero == 3: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continue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print(numero)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48640" y="36301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13232" y="37063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35024" y="37033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1 2 3 4 5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233007" y="36301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397599" y="37063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019391" y="37033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1 2 4 5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43860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13232" y="464820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35024" y="4459224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1 2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233007" y="43860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397599" y="464820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019391" y="4459224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2 3 4 5, pero el 3 se imprime dos veces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2 de 3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8640" y="1170432"/>
            <a:ext cx="11094415" cy="51866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1170432"/>
            <a:ext cx="73152" cy="518667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4672" y="1280160"/>
            <a:ext cx="10637215" cy="33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8640" y="18719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48640" y="18719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5800" y="2018284"/>
            <a:ext cx="10820095" cy="159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intento in range(1, 5):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print("Revisando intento", intento)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if intento == 2: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break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print("Fin del programa")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48640" y="3871468"/>
            <a:ext cx="5410047" cy="10927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13232" y="418007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335024" y="3944620"/>
            <a:ext cx="4541367" cy="946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"Revisando intento 1", "Revisando intento 2", "Fin del programa"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233007" y="3871468"/>
            <a:ext cx="5410047" cy="10927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397599" y="418007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019391" y="3944620"/>
            <a:ext cx="4541367" cy="946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"Revisando intento 1", "Revisando intento 2", "Revisando intento 3", "Revisando intento 4", "Fin del programa"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48640" y="5092192"/>
            <a:ext cx="5410047" cy="10927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13232" y="540080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335024" y="5165344"/>
            <a:ext cx="4541367" cy="946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"Revisando intento 1", "Revisando intento 2" — el programa nunca llega a imprimir "Fin del programa"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33007" y="5092192"/>
            <a:ext cx="5410047" cy="10927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97599" y="540080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019391" y="5165344"/>
            <a:ext cx="4541367" cy="946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"Revisando intento 1"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3 de 3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1170432"/>
            <a:ext cx="11094415" cy="51866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1170432"/>
            <a:ext cx="73152" cy="518667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4672" y="1280160"/>
            <a:ext cx="10637215" cy="33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50" y="1871974"/>
            <a:ext cx="11094300" cy="32577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18719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2018284"/>
            <a:ext cx="108201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encontrado = False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numero in range(2, 10):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if numero % 7 == 0: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encontrado = True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break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encontrado == True: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print("Se encontró un múltiplo de 7")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print("No se encontró")</a:t>
            </a:r>
            <a:endParaRPr sz="1700"/>
          </a:p>
        </p:txBody>
      </p:sp>
      <p:sp>
        <p:nvSpPr>
          <p:cNvPr id="168" name="Google Shape;168;p4"/>
          <p:cNvSpPr/>
          <p:nvPr/>
        </p:nvSpPr>
        <p:spPr>
          <a:xfrm>
            <a:off x="548640" y="5129593"/>
            <a:ext cx="5409900" cy="813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13232" y="5298757"/>
            <a:ext cx="475500" cy="475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35024" y="5202745"/>
            <a:ext cx="4541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"No se encontró"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233007" y="5129593"/>
            <a:ext cx="5409900" cy="813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397599" y="5298757"/>
            <a:ext cx="475500" cy="475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019391" y="5202745"/>
            <a:ext cx="4541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programa lanza un error porque </a:t>
            </a:r>
            <a:r>
              <a:rPr b="0" i="0" lang="en-US" sz="17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encontrado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existe fuera del ciclo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48640" y="6071425"/>
            <a:ext cx="5409900" cy="813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13232" y="6240589"/>
            <a:ext cx="475500" cy="475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335024" y="6144577"/>
            <a:ext cx="4541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"Se encontró un múltiplo de 7"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233007" y="6071425"/>
            <a:ext cx="5409900" cy="813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397599" y="6240589"/>
            <a:ext cx="475500" cy="475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019391" y="6144577"/>
            <a:ext cx="4541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Nada, porque el </a:t>
            </a:r>
            <a:r>
              <a:rPr b="0" i="0" lang="en-US" sz="17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después del ciclo nunca se ejecuta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📝  Ahora sí: completa el Formulario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https://forms.gle/sjRpbgmQzrpkEBsH9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Qué escribir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 nombre completo.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de la clase de hoy: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continue y break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marca la letra que anotaste en cada una de las 3 preguntas.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Envía. Cuando estén todos, revisamos las respuestas juntos.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1 — Respuesta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1 2 4 5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salta solo 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la vuelta donde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vale 3; el ciclo sigue corriendo con normalidad en las vueltas siguientes.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2 — Respuesta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"Revisando intento 1", "Revisando intento 2", "Fin del programa"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corta el ciclo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apenas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intento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llega a 2, pero 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print("Fin del programa")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está fuera del ciclo, así que igual se ejecuta después.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21.5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3 — Respuesta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"Se encontró un múltiplo de 7"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range(2, 10)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incluye el 7, que es múltiplo de 7: la bandera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encontrado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pasa a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justo antes del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y 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después del ciclo sí la lee correctamente.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