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16 — for + range()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valores imprime este código?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numero in range(2, 9, 2):
    print(numero)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2, 4, 6, 8, 9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776472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385267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9624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0, 2, 4, 6, 8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¿Cuántas veces se ejecuta el </a:t>
            </a:r>
            <a:r>
              <a:rPr sz="2300">
                <a:solidFill>
                  <a:srgbClr val="4ADFCB"/>
                </a:solidFill>
                <a:latin typeface="Consolas"/>
              </a:rPr>
              <a:t>print()</a:t>
            </a:r>
            <a:r>
              <a:rPr sz="2400">
                <a:solidFill>
                  <a:srgbClr val="FFFFFF"/>
                </a:solidFill>
                <a:latin typeface="Calibri"/>
              </a:rPr>
              <a:t> de este código?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partido in range(6):
    print("Partido", partido)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5 veces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09676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6 veces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764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0385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38496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7 veces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37764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0385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38496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Ninguna, porque falta el inicio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124891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124891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106603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Un compañero escribió este código para sumar los goles estimados de 3 partidos, pero el resultado siempre muestra el mismo número que el último partido, no la suma total. ¿Cuál es el error?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223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223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8534"/>
            <a:ext cx="10820095" cy="1292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for partido in range(1, 4):
    goles_totales = 0
    goles_totales = goles_totales + 2
print(goles_totales)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691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49707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370070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El </a:t>
            </a:r>
            <a:r>
              <a:rPr sz="1900">
                <a:solidFill>
                  <a:srgbClr val="4ADFCB"/>
                </a:solidFill>
                <a:latin typeface="Consolas"/>
              </a:rPr>
              <a:t>range()</a:t>
            </a:r>
            <a:r>
              <a:rPr sz="2000">
                <a:solidFill>
                  <a:srgbClr val="FFFFFF"/>
                </a:solidFill>
                <a:latin typeface="Calibri"/>
              </a:rPr>
              <a:t> está mal escrito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4296918"/>
            <a:ext cx="5410047" cy="87579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49707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370070"/>
            <a:ext cx="4541367" cy="729487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La variable </a:t>
            </a:r>
            <a:r>
              <a:rPr sz="1900">
                <a:solidFill>
                  <a:srgbClr val="4ADFCB"/>
                </a:solidFill>
                <a:latin typeface="Consolas"/>
              </a:rPr>
              <a:t>partido</a:t>
            </a:r>
            <a:r>
              <a:rPr sz="2000">
                <a:solidFill>
                  <a:srgbClr val="FFFFFF"/>
                </a:solidFill>
                <a:latin typeface="Calibri"/>
              </a:rPr>
              <a:t> no se está usando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0072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65581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373878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Falta el </a:t>
            </a:r>
            <a:r>
              <a:rPr sz="1900">
                <a:solidFill>
                  <a:srgbClr val="4ADFCB"/>
                </a:solidFill>
                <a:latin typeface="Consolas"/>
              </a:rPr>
              <a:t>print()</a:t>
            </a:r>
            <a:r>
              <a:rPr sz="2000">
                <a:solidFill>
                  <a:srgbClr val="FFFFFF"/>
                </a:solidFill>
                <a:latin typeface="Calibri"/>
              </a:rPr>
              <a:t> dentro del bucle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5300726"/>
            <a:ext cx="5410047" cy="118567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65581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5373878"/>
            <a:ext cx="4541367" cy="10393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Calibri"/>
              </a:rPr>
              <a:t>La variable </a:t>
            </a:r>
            <a:r>
              <a:rPr sz="1900">
                <a:solidFill>
                  <a:srgbClr val="4ADFCB"/>
                </a:solidFill>
                <a:latin typeface="Consolas"/>
              </a:rPr>
              <a:t>goles_totales</a:t>
            </a:r>
            <a:r>
              <a:rPr sz="2000">
                <a:solidFill>
                  <a:srgbClr val="FFFFFF"/>
                </a:solidFill>
                <a:latin typeface="Calibri"/>
              </a:rPr>
              <a:t> se inicializa dentro del bucle, así que se reinicia en cada vuelta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for y range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valores imprime este código?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2, 4, 6, 8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range(2, 9, 2)</a:t>
            </a:r>
            <a:r>
              <a:rPr sz="2200">
                <a:solidFill>
                  <a:srgbClr val="FFFFFF"/>
                </a:solidFill>
                <a:latin typeface="Calibri"/>
              </a:rPr>
              <a:t> empieza en 2, avanza de 2 en 2, y se detiene ANTES de llegar a 9 — por eso el último valor es 8, no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¿Cuántas veces se ejecuta el </a:t>
            </a:r>
            <a:r>
              <a:rPr sz="1800">
                <a:solidFill>
                  <a:srgbClr val="4ADFCB"/>
                </a:solidFill>
                <a:latin typeface="Consolas"/>
              </a:rPr>
              <a:t>print()</a:t>
            </a:r>
            <a:r>
              <a:rPr sz="1900">
                <a:solidFill>
                  <a:srgbClr val="CBD5E1"/>
                </a:solidFill>
                <a:latin typeface="Calibri"/>
              </a:rPr>
              <a:t> de este código?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6 veces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cuando </a:t>
            </a:r>
            <a:r>
              <a:rPr sz="2100">
                <a:solidFill>
                  <a:srgbClr val="4ADFCB"/>
                </a:solidFill>
                <a:latin typeface="Consolas"/>
              </a:rPr>
              <a:t>range()</a:t>
            </a:r>
            <a:r>
              <a:rPr sz="2200">
                <a:solidFill>
                  <a:srgbClr val="FFFFFF"/>
                </a:solidFill>
                <a:latin typeface="Calibri"/>
              </a:rPr>
              <a:t> recibe un solo argumento, el </a:t>
            </a:r>
            <a:r>
              <a:rPr sz="2100">
                <a:solidFill>
                  <a:srgbClr val="4ADFCB"/>
                </a:solidFill>
                <a:latin typeface="Consolas"/>
              </a:rPr>
              <a:t>inicio</a:t>
            </a:r>
            <a:r>
              <a:rPr sz="2200">
                <a:solidFill>
                  <a:srgbClr val="FFFFFF"/>
                </a:solidFill>
                <a:latin typeface="Calibri"/>
              </a:rPr>
              <a:t> por defecto es 0 y el </a:t>
            </a:r>
            <a:r>
              <a:rPr sz="2100">
                <a:solidFill>
                  <a:srgbClr val="4ADFCB"/>
                </a:solidFill>
                <a:latin typeface="Consolas"/>
              </a:rPr>
              <a:t>salto</a:t>
            </a:r>
            <a:r>
              <a:rPr sz="2200">
                <a:solidFill>
                  <a:srgbClr val="FFFFFF"/>
                </a:solidFill>
                <a:latin typeface="Calibri"/>
              </a:rPr>
              <a:t> por defecto es 1, entonces genera 0,1,2,3,4,5 — son 6 valores en total.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Un compañero escribió este código para sumar los goles estimados de 3 partidos, pero el resultado siempre muestra el mismo número que el último partido, no la suma total. ¿Cuál es el error?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La variable </a:t>
            </a:r>
            <a:r>
              <a:rPr sz="2300">
                <a:solidFill>
                  <a:srgbClr val="4ADFCB"/>
                </a:solidFill>
                <a:latin typeface="Consolas"/>
              </a:rPr>
              <a:t>goles_totales</a:t>
            </a:r>
            <a:r>
              <a:rPr sz="2400">
                <a:solidFill>
                  <a:srgbClr val="FFFFFF"/>
                </a:solidFill>
                <a:latin typeface="Calibri"/>
              </a:rPr>
              <a:t> se inicializa dentro del bucle, así que se reinicia en cada vuelta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4ADFCB"/>
                </a:solidFill>
                <a:latin typeface="Consolas"/>
              </a:rPr>
              <a:t>goles_totales = 0</a:t>
            </a:r>
            <a:r>
              <a:rPr sz="2200">
                <a:solidFill>
                  <a:srgbClr val="FFFFFF"/>
                </a:solidFill>
                <a:latin typeface="Calibri"/>
              </a:rPr>
              <a:t> debe ir una sola vez, antes del </a:t>
            </a:r>
            <a:r>
              <a:rPr sz="2100">
                <a:solidFill>
                  <a:srgbClr val="4ADFCB"/>
                </a:solidFill>
                <a:latin typeface="Consolas"/>
              </a:rPr>
              <a:t>for</a:t>
            </a:r>
            <a:r>
              <a:rPr sz="2200">
                <a:solidFill>
                  <a:srgbClr val="FFFFFF"/>
                </a:solidFill>
                <a:latin typeface="Calibri"/>
              </a:rPr>
              <a:t>. Si queda indentado dentro del bucle, se reinicia en cada vuelta y nunca acumula.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