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La función input()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</a:t>
            </a:r>
            <a:r>
              <a:rPr sz="20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000" b="0">
                <a:solidFill>
                  <a:srgbClr val="94A3B8"/>
                </a:solidFill>
                <a:latin typeface="Calibri"/>
              </a:rPr>
              <a:t>, conversión de tipos con </a:t>
            </a:r>
            <a:r>
              <a:rPr sz="2000" b="0">
                <a:solidFill>
                  <a:srgbClr val="4ADFCB"/>
                </a:solidFill>
                <a:latin typeface="Consolas"/>
              </a:rPr>
              <a:t>int()</a:t>
            </a:r>
            <a:r>
              <a:rPr sz="2000" b="0">
                <a:solidFill>
                  <a:srgbClr val="94A3B8"/>
                </a:solidFill>
                <a:latin typeface="Calibri"/>
              </a:rPr>
              <a:t> y </a:t>
            </a:r>
            <a:r>
              <a:rPr sz="2000" b="0">
                <a:solidFill>
                  <a:srgbClr val="4ADFCB"/>
                </a:solidFill>
                <a:latin typeface="Consolas"/>
              </a:rPr>
              <a:t>float()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Hoy darás un salto: pasarás de ver código a controlarlo como cuando Steam te pide tu nombre de usuario o una app de juegos te pregunta tu edad para calcular tu nivel 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07 - La función input()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Aplicar la función </a:t>
            </a:r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 con conversiones </a:t>
            </a:r>
            <a:r>
              <a:rPr sz="2200" b="0">
                <a:solidFill>
                  <a:srgbClr val="4ADFCB"/>
                </a:solidFill>
                <a:latin typeface="Consolas"/>
              </a:rPr>
              <a:t>int()</a:t>
            </a:r>
            <a:r>
              <a:rPr sz="2200" b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>
                <a:solidFill>
                  <a:srgbClr val="4ADFCB"/>
                </a:solidFill>
                <a:latin typeface="Consolas"/>
              </a:rPr>
              <a:t>float()</a:t>
            </a:r>
            <a:r>
              <a:rPr sz="2200" b="0">
                <a:solidFill>
                  <a:srgbClr val="FFFFFF"/>
                </a:solidFill>
                <a:latin typeface="Calibri"/>
              </a:rPr>
              <a:t> en Python para construir programas que reciban datos del usuario por teclado y operen con ellos.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Hasta ahora tus programas siempre usaban los mismos datos. Hoy aprenderás a pedirle información al usuario mientras el programa corre — como cuando Steam te pide tu nombre de usuario o una app de juegos te pregunta tu edad para calcular tu nivel.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⚡ Haz Ahora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Ver un programa con </a:t>
            </a:r>
            <a:r>
              <a:rPr sz="2200" b="0">
                <a:solidFill>
                  <a:srgbClr val="4ADFCB"/>
                </a:solidFill>
                <a:latin typeface="Consolas"/>
              </a:rPr>
              <a:t>print()</a:t>
            </a:r>
            <a:r>
              <a:rPr sz="2200" b="0">
                <a:solidFill>
                  <a:srgbClr val="FFFFFF"/>
                </a:solidFill>
                <a:latin typeface="Calibri"/>
              </a:rPr>
              <a:t> que muestra datos de un jugador ficticio (nombre, nivel, horas jugadas). Pregunta oral: *"¿Qué tendría que cambiar en este código para que mostrara TUS datos en vez de los de este jugador?"* — discusión breve, no código aún.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1417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14173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728655" cy="1234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Observa con atención y prepárate para discutir.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1094415" cy="17373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0820095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# (Sin código en este Haz Ahora)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Idea clave: lo que ya sabes te ayuda a entender lo nuevo.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Concepto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 detiene el programa y espera que el usuario escriba algo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nombre_usuario = input("Ingresa tu nombre de usuario: 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(Falta idea clave en el spec)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Concepto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Todo lo que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 es texto (</a:t>
            </a:r>
            <a:r>
              <a:rPr sz="2200" b="0">
                <a:solidFill>
                  <a:srgbClr val="4ADFCB"/>
                </a:solidFill>
                <a:latin typeface="Consolas"/>
              </a:rPr>
              <a:t>string</a:t>
            </a:r>
            <a:r>
              <a:rPr sz="2200" b="0">
                <a:solidFill>
                  <a:srgbClr val="FFFFFF"/>
                </a:solidFill>
                <a:latin typeface="Calibri"/>
              </a:rPr>
              <a:t>), aunque el usuario escriba un número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edad = int(input("Ingresa tu edad: "))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(Falta idea clave en el spec)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Concepto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Para operar matemáticamente, hay que convertir: </a:t>
            </a:r>
            <a:r>
              <a:rPr sz="2200" b="0">
                <a:solidFill>
                  <a:srgbClr val="4ADFCB"/>
                </a:solidFill>
                <a:latin typeface="Consolas"/>
              </a:rPr>
              <a:t>int()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float()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horas_semana = float(input("Horas jugadas esta semana: "))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(Falta idea clave en el spec)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4. Concepto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6459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6459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728655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error clásico: intentar sumar texto + número sin convertir (produce </a:t>
            </a:r>
            <a:r>
              <a:rPr sz="2200" b="0">
                <a:solidFill>
                  <a:srgbClr val="4ADFCB"/>
                </a:solidFill>
                <a:latin typeface="Consolas"/>
              </a:rPr>
              <a:t>TypeError</a:t>
            </a:r>
            <a:r>
              <a:rPr sz="2200" b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9441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820095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# (Falta ejemplo en el spec)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94415" cy="169163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73152" cy="169163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28655" cy="109727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(Falta idea clave en el spec)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horas + 10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sin convertir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TypeError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al sumar string con int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Envolver con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int()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guardar en variable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valor se pierde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nivel = input(...)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int()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con texto no numérico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ValueError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Ingresar solo números cuando se pide número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guiada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🛠️ Práctica guiada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Registro de perfil en un juego. El programa le pregunta al jugador su nombre de usuario, su edad y cuántas horas ha jugado esta semana. Al final calcula un </a:t>
            </a:r>
            <a:r>
              <a:rPr sz="2200" b="0">
                <a:solidFill>
                  <a:srgbClr val="4ADFCB"/>
                </a:solidFill>
                <a:latin typeface="Consolas"/>
              </a:rPr>
              <a:t>puntaje_rango</a:t>
            </a:r>
            <a:r>
              <a:rPr sz="2200" b="0">
                <a:solidFill>
                  <a:srgbClr val="FFFFFF"/>
                </a:solidFill>
                <a:latin typeface="Calibri"/>
              </a:rPr>
              <a:t> sumando </a:t>
            </a:r>
            <a:r>
              <a:rPr sz="2200" b="0">
                <a:solidFill>
                  <a:srgbClr val="4ADFCB"/>
                </a:solidFill>
                <a:latin typeface="Consolas"/>
              </a:rPr>
              <a:t>edad</a:t>
            </a:r>
            <a:r>
              <a:rPr sz="2200" b="0">
                <a:solidFill>
                  <a:srgbClr val="FFFFFF"/>
                </a:solidFill>
                <a:latin typeface="Calibri"/>
              </a:rPr>
              <a:t> + </a:t>
            </a:r>
            <a:r>
              <a:rPr sz="2200" b="0">
                <a:solidFill>
                  <a:srgbClr val="4ADFCB"/>
                </a:solidFill>
                <a:latin typeface="Consolas"/>
              </a:rPr>
              <a:t>horas_semana</a:t>
            </a:r>
            <a:r>
              <a:rPr sz="2200" b="0">
                <a:solidFill>
                  <a:srgbClr val="FFFFFF"/>
                </a:solidFill>
                <a:latin typeface="Calibri"/>
              </a:rPr>
              <a:t> y muestra un resumen del perfil.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Código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852160" cy="2286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5852160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10712"/>
            <a:ext cx="5577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nombre_usuario = input("Ingresa tu nombre de usuario: 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edad = int(input("Ingresa tu edad: "))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horas_semana = float(input("Horas jugadas esta semana: "))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puntaje_rango = edad + horas_semana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59" y="324612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59" y="3246120"/>
            <a:ext cx="548640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410712"/>
            <a:ext cx="52120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=== PERFIL DE JUGADOR ===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Usuario: ProGamer99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Edad: 17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Horas esta semana: 12.5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Puntaje de rango: 29.5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👥 Construyan el programa paso a paso junto al profe.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1 — Calculadora de daño (videojuegos)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programa pide al usuario su </a:t>
            </a:r>
            <a:r>
              <a:rPr sz="2200" b="0">
                <a:solidFill>
                  <a:srgbClr val="4ADFCB"/>
                </a:solidFill>
                <a:latin typeface="Consolas"/>
              </a:rPr>
              <a:t>nivel_ataque</a:t>
            </a:r>
            <a:r>
              <a:rPr sz="2200" b="0">
                <a:solidFill>
                  <a:srgbClr val="FFFFFF"/>
                </a:solidFill>
                <a:latin typeface="Calibri"/>
              </a:rPr>
              <a:t> y el </a:t>
            </a:r>
            <a:r>
              <a:rPr sz="2200" b="0">
                <a:solidFill>
                  <a:srgbClr val="4ADFCB"/>
                </a:solidFill>
                <a:latin typeface="Consolas"/>
              </a:rPr>
              <a:t>nivel_defensa</a:t>
            </a:r>
            <a:r>
              <a:rPr sz="2200" b="0">
                <a:solidFill>
                  <a:srgbClr val="FFFFFF"/>
                </a:solidFill>
                <a:latin typeface="Calibri"/>
              </a:rPr>
              <a:t> del enemigo. Calcula el daño neto (</a:t>
            </a:r>
            <a:r>
              <a:rPr sz="2200" b="0">
                <a:solidFill>
                  <a:srgbClr val="4ADFCB"/>
                </a:solidFill>
                <a:latin typeface="Consolas"/>
              </a:rPr>
              <a:t>nivel_ataque - nivel_defensa</a:t>
            </a:r>
            <a:r>
              <a:rPr sz="2200" b="0">
                <a:solidFill>
                  <a:srgbClr val="FFFFFF"/>
                </a:solidFill>
                <a:latin typeface="Calibri"/>
              </a:rPr>
              <a:t>) y lo muestra.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Daño causado: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2 — Costo de suscripción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programa pregunta cuántos meses quiere suscribirse a un servicio gaming y cuántos juegos del catálogo piensa descargar. Calcula el costo total usando precios fijos definidos en el código (</a:t>
            </a:r>
            <a:r>
              <a:rPr sz="2200" b="0">
                <a:solidFill>
                  <a:srgbClr val="4ADFCB"/>
                </a:solidFill>
                <a:latin typeface="Consolas"/>
              </a:rPr>
              <a:t>precio_mes</a:t>
            </a:r>
            <a:r>
              <a:rPr sz="2200" b="0">
                <a:solidFill>
                  <a:srgbClr val="FFFFFF"/>
                </a:solidFill>
                <a:latin typeface="Calibri"/>
              </a:rPr>
              <a:t> y </a:t>
            </a:r>
            <a:r>
              <a:rPr sz="2200" b="0">
                <a:solidFill>
                  <a:srgbClr val="4ADFCB"/>
                </a:solidFill>
                <a:latin typeface="Consolas"/>
              </a:rPr>
              <a:t>precio_juego</a:t>
            </a:r>
            <a:r>
              <a:rPr sz="2200" b="0">
                <a:solidFill>
                  <a:srgbClr val="FFFFFF"/>
                </a:solidFill>
                <a:latin typeface="Calibri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Costo total de tu suscripción: $18500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Práctica independiente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💻 Ejercicio 3 — Presentación de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Resuelve este ejercicio de forma individual.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6766560" cy="31089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31089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Enunciado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6355080" cy="2514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Pide nombre, país y personaje favorito a dos jugadores (6 </a:t>
            </a:r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 en total). Muestra una presentación formateada de ambos. Solo strings — refuerza que no siempre hay que convertir.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10312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514600"/>
            <a:ext cx="4434840" cy="269747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2514600"/>
            <a:ext cx="4434840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679192"/>
            <a:ext cx="4160520" cy="2468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=== JUGADOR 1 ===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Nombre: Ana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País: Chile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Personaje favorito: Jinx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=== JUGADOR 2 ===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Nombre: Mateo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País: Argentina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Personaje favorito: Yasuo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⏱️ Si te atascas más de 10 minutos, pregunta al profe.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Ticket de salida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Tu evidencia individual de la clase de hoy.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94415" cy="23774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73152" cy="2377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Tu tarea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10728655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"Escribe un programa de exactamente 3 líneas que: (1) pida un número al usuario, (2) le sume 100, (3) muestre el resultado."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1094415" cy="1508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73152" cy="1508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107286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Cómo entregar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728655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captura del output con un número ingresado, subida a Google Classroom.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🧠  Antes de irte, piensa…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Tres preguntas para llevarte de esta clase: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94415" cy="11887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11887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9B8E"/>
                </a:solidFill>
                <a:latin typeface="Calibr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1018001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¿Cuándo es necesario convertir lo que devuelve </a:t>
            </a:r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 y cuándo no?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11094415" cy="11887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20439"/>
            <a:ext cx="73152" cy="11887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3016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9B8E"/>
                </a:solidFill>
                <a:latin typeface="Calibr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57599"/>
            <a:ext cx="1018001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¿Qué diferencia hay entre un programa que siempre muestra lo mismo y uno que usa </a:t>
            </a:r>
            <a:r>
              <a:rPr sz="2200" b="0">
                <a:solidFill>
                  <a:srgbClr val="4ADFCB"/>
                </a:solidFill>
                <a:latin typeface="Consolas"/>
              </a:rPr>
              <a:t>input()</a:t>
            </a:r>
            <a:r>
              <a:rPr sz="2200" b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73152" cy="118872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5604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9B8E"/>
                </a:solidFill>
                <a:latin typeface="Calibr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80"/>
            <a:ext cx="1018001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¿En qué app o juego que uses tú se le piden datos al usuario?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