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jEiMSkyMOD5BA24olxVNn3jdJr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19.5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Ticket de Salida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Clase 19.5 — Condicionales: independientes, excluyentes y anidadas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💡  Cómo lo vamos a hacer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Son 3 preguntas. Las vemos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por una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Decide tu respuesta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silencio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no la digas ni la comentes.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Anota la letra que elegiste (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Recién al terminar la pregunta 3 completamos el Formulario.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Después de enviarlo, revisamos juntos las respuestas.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Nadie responde el Formulario antes de tiempo: primero te comprometes con tu respuesta.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19.5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1 de 3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alguien ingresa 300, ¿qué imprime este programa?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48650" y="1935474"/>
            <a:ext cx="11094300" cy="26223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85800" y="2081784"/>
            <a:ext cx="10820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espacio_libre_mb = int(input("¿Cuántos MB libres te quedan? "))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espacio_libre_mb &gt;= 1200: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mensaje_instalacion = "El juego se puede instalar."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mensaje_instalacion = "Necesitas liberar espacio primero."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print("Estado:", "El juego se puede instalar.")  # &lt;- esta línea</a:t>
            </a:r>
            <a:endParaRPr sz="1800"/>
          </a:p>
        </p:txBody>
      </p:sp>
      <p:sp>
        <p:nvSpPr>
          <p:cNvPr id="112" name="Google Shape;112;p2"/>
          <p:cNvSpPr/>
          <p:nvPr/>
        </p:nvSpPr>
        <p:spPr>
          <a:xfrm>
            <a:off x="1306761" y="4673799"/>
            <a:ext cx="4670700" cy="8631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39450" lIns="78925" spcFirstLastPara="1" rIns="78925" wrap="square" tIns="3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448858" y="4900103"/>
            <a:ext cx="410400" cy="4104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39450" lIns="78925" spcFirstLastPara="1" rIns="78925" wrap="square" tIns="3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209"/>
          </a:p>
        </p:txBody>
      </p:sp>
      <p:sp>
        <p:nvSpPr>
          <p:cNvPr id="114" name="Google Shape;114;p2"/>
          <p:cNvSpPr txBox="1"/>
          <p:nvPr/>
        </p:nvSpPr>
        <p:spPr>
          <a:xfrm>
            <a:off x="1985669" y="4736954"/>
            <a:ext cx="39207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575" lIns="63150" spcFirstLastPara="1" rIns="63150" wrap="square" tIns="31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86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Estado: Necesitas liberar espacio primero.</a:t>
            </a:r>
            <a:endParaRPr sz="1209"/>
          </a:p>
        </p:txBody>
      </p:sp>
      <p:sp>
        <p:nvSpPr>
          <p:cNvPr id="115" name="Google Shape;115;p2"/>
          <p:cNvSpPr/>
          <p:nvPr/>
        </p:nvSpPr>
        <p:spPr>
          <a:xfrm>
            <a:off x="6214238" y="4673799"/>
            <a:ext cx="4670700" cy="8631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39450" lIns="78925" spcFirstLastPara="1" rIns="78925" wrap="square" tIns="3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356335" y="4900103"/>
            <a:ext cx="410400" cy="4104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39450" lIns="78925" spcFirstLastPara="1" rIns="78925" wrap="square" tIns="3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209"/>
          </a:p>
        </p:txBody>
      </p:sp>
      <p:sp>
        <p:nvSpPr>
          <p:cNvPr id="117" name="Google Shape;117;p2"/>
          <p:cNvSpPr txBox="1"/>
          <p:nvPr/>
        </p:nvSpPr>
        <p:spPr>
          <a:xfrm>
            <a:off x="6893146" y="4736954"/>
            <a:ext cx="39207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575" lIns="63150" spcFirstLastPara="1" rIns="63150" wrap="square" tIns="31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imprime nada, porque la condición no se cumple.</a:t>
            </a:r>
            <a:endParaRPr sz="1209"/>
          </a:p>
        </p:txBody>
      </p:sp>
      <p:sp>
        <p:nvSpPr>
          <p:cNvPr id="118" name="Google Shape;118;p2"/>
          <p:cNvSpPr/>
          <p:nvPr/>
        </p:nvSpPr>
        <p:spPr>
          <a:xfrm>
            <a:off x="1306761" y="5647435"/>
            <a:ext cx="4670700" cy="8631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39450" lIns="78925" spcFirstLastPara="1" rIns="78925" wrap="square" tIns="3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448858" y="5873738"/>
            <a:ext cx="410400" cy="4104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39450" lIns="78925" spcFirstLastPara="1" rIns="78925" wrap="square" tIns="3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209"/>
          </a:p>
        </p:txBody>
      </p:sp>
      <p:sp>
        <p:nvSpPr>
          <p:cNvPr id="120" name="Google Shape;120;p2"/>
          <p:cNvSpPr txBox="1"/>
          <p:nvPr/>
        </p:nvSpPr>
        <p:spPr>
          <a:xfrm>
            <a:off x="1985669" y="5710589"/>
            <a:ext cx="39207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575" lIns="63150" spcFirstLastPara="1" rIns="63150" wrap="square" tIns="31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86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Estado: El juego se puede instalar.</a:t>
            </a:r>
            <a:endParaRPr sz="1209"/>
          </a:p>
        </p:txBody>
      </p:sp>
      <p:sp>
        <p:nvSpPr>
          <p:cNvPr id="121" name="Google Shape;121;p2"/>
          <p:cNvSpPr/>
          <p:nvPr/>
        </p:nvSpPr>
        <p:spPr>
          <a:xfrm>
            <a:off x="6214238" y="5647435"/>
            <a:ext cx="4670700" cy="8631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39450" lIns="78925" spcFirstLastPara="1" rIns="78925" wrap="square" tIns="3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356335" y="5873738"/>
            <a:ext cx="410400" cy="4104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39450" lIns="78925" spcFirstLastPara="1" rIns="78925" wrap="square" tIns="39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209"/>
          </a:p>
        </p:txBody>
      </p:sp>
      <p:sp>
        <p:nvSpPr>
          <p:cNvPr id="123" name="Google Shape;123;p2"/>
          <p:cNvSpPr txBox="1"/>
          <p:nvPr/>
        </p:nvSpPr>
        <p:spPr>
          <a:xfrm>
            <a:off x="6893146" y="5710589"/>
            <a:ext cx="3920700" cy="10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575" lIns="63150" spcFirstLastPara="1" rIns="63150" wrap="square" tIns="31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error, porque </a:t>
            </a:r>
            <a:r>
              <a:rPr b="0" i="0" lang="en-US" sz="1986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mensaje_instalacion</a:t>
            </a:r>
            <a:r>
              <a:rPr b="0" i="0" lang="en-US" sz="207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nunca se usa.</a:t>
            </a:r>
            <a:endParaRPr sz="120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19.5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2 de 3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alguien ingresa 8000, ¿qué pasa?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48650" y="1935473"/>
            <a:ext cx="11094300" cy="25812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85810" y="2130276"/>
            <a:ext cx="10820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precio_entrada = input("¿Cuánto cuesta la entrada al partido? ")</a:t>
            </a:r>
            <a:b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precio_entrada &lt;= 12000:</a:t>
            </a:r>
            <a:b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print("Te alcanza para ir al partido.")</a:t>
            </a:r>
            <a:b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print("Esta vez te quedas fuera.")</a:t>
            </a:r>
            <a:endParaRPr sz="1900"/>
          </a:p>
        </p:txBody>
      </p:sp>
      <p:sp>
        <p:nvSpPr>
          <p:cNvPr id="140" name="Google Shape;140;p3"/>
          <p:cNvSpPr/>
          <p:nvPr/>
        </p:nvSpPr>
        <p:spPr>
          <a:xfrm>
            <a:off x="1643961" y="4516699"/>
            <a:ext cx="4368600" cy="110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1776866" y="4878499"/>
            <a:ext cx="384000" cy="3840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130"/>
          </a:p>
        </p:txBody>
      </p:sp>
      <p:sp>
        <p:nvSpPr>
          <p:cNvPr id="142" name="Google Shape;142;p3"/>
          <p:cNvSpPr txBox="1"/>
          <p:nvPr/>
        </p:nvSpPr>
        <p:spPr>
          <a:xfrm>
            <a:off x="2278952" y="4575769"/>
            <a:ext cx="36672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525" lIns="59075" spcFirstLastPara="1" rIns="59075" wrap="square" tIns="295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programa se detiene con un error, porque está comparando texto con un número.</a:t>
            </a:r>
            <a:endParaRPr sz="1130"/>
          </a:p>
        </p:txBody>
      </p:sp>
      <p:sp>
        <p:nvSpPr>
          <p:cNvPr id="143" name="Google Shape;143;p3"/>
          <p:cNvSpPr/>
          <p:nvPr/>
        </p:nvSpPr>
        <p:spPr>
          <a:xfrm>
            <a:off x="6233990" y="4516699"/>
            <a:ext cx="4368600" cy="110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366895" y="4878499"/>
            <a:ext cx="384000" cy="3840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130"/>
          </a:p>
        </p:txBody>
      </p:sp>
      <p:sp>
        <p:nvSpPr>
          <p:cNvPr id="145" name="Google Shape;145;p3"/>
          <p:cNvSpPr txBox="1"/>
          <p:nvPr/>
        </p:nvSpPr>
        <p:spPr>
          <a:xfrm>
            <a:off x="6868982" y="4575769"/>
            <a:ext cx="36672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525" lIns="59075" spcFirstLastPara="1" rIns="59075" wrap="square" tIns="295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Imprime </a:t>
            </a:r>
            <a:r>
              <a:rPr b="0" i="0" lang="en-US" sz="1857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Te alcanza para ir al partido.</a:t>
            </a:r>
            <a:endParaRPr sz="1130"/>
          </a:p>
        </p:txBody>
      </p:sp>
      <p:sp>
        <p:nvSpPr>
          <p:cNvPr id="146" name="Google Shape;146;p3"/>
          <p:cNvSpPr/>
          <p:nvPr/>
        </p:nvSpPr>
        <p:spPr>
          <a:xfrm>
            <a:off x="1643961" y="5727620"/>
            <a:ext cx="4368600" cy="8073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776866" y="5939285"/>
            <a:ext cx="384000" cy="3840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130"/>
          </a:p>
        </p:txBody>
      </p:sp>
      <p:sp>
        <p:nvSpPr>
          <p:cNvPr id="148" name="Google Shape;148;p3"/>
          <p:cNvSpPr txBox="1"/>
          <p:nvPr/>
        </p:nvSpPr>
        <p:spPr>
          <a:xfrm>
            <a:off x="2278952" y="5786689"/>
            <a:ext cx="36672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525" lIns="59075" spcFirstLastPara="1" rIns="59075" wrap="square" tIns="295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Imprime </a:t>
            </a:r>
            <a:r>
              <a:rPr b="0" i="0" lang="en-US" sz="1857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Esta vez te quedas fuera.</a:t>
            </a:r>
            <a:endParaRPr sz="1130"/>
          </a:p>
        </p:txBody>
      </p:sp>
      <p:sp>
        <p:nvSpPr>
          <p:cNvPr id="149" name="Google Shape;149;p3"/>
          <p:cNvSpPr/>
          <p:nvPr/>
        </p:nvSpPr>
        <p:spPr>
          <a:xfrm>
            <a:off x="6233990" y="5727620"/>
            <a:ext cx="4368600" cy="8073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366895" y="5939285"/>
            <a:ext cx="384000" cy="3840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130"/>
          </a:p>
        </p:txBody>
      </p:sp>
      <p:sp>
        <p:nvSpPr>
          <p:cNvPr id="151" name="Google Shape;151;p3"/>
          <p:cNvSpPr txBox="1"/>
          <p:nvPr/>
        </p:nvSpPr>
        <p:spPr>
          <a:xfrm>
            <a:off x="6868982" y="5786689"/>
            <a:ext cx="36672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525" lIns="59075" spcFirstLastPara="1" rIns="59075" wrap="square" tIns="295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Imprime las dos líneas.</a:t>
            </a:r>
            <a:endParaRPr sz="113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19.5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3 de 3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48640" y="1170432"/>
            <a:ext cx="11094415" cy="518667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48640" y="1170432"/>
            <a:ext cx="73152" cy="518667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04672" y="1280160"/>
            <a:ext cx="10637215" cy="335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¿Por qué estos dos avisos van con dos </a:t>
            </a: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separados y no encadenados con </a:t>
            </a:r>
            <a:r>
              <a:rPr b="0" i="0" lang="en-US" sz="19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48650" y="1871974"/>
            <a:ext cx="11094300" cy="240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48640" y="18719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85810" y="2037587"/>
            <a:ext cx="10820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# El juego muestra dos avisos mientras juegas:</a:t>
            </a:r>
            <a:b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vida_baja == True:</a:t>
            </a:r>
            <a:b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print("¡Cuidado! Te queda poca vida.")</a:t>
            </a:r>
            <a:b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amigo_conectado == True:</a:t>
            </a:r>
            <a:b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print("Un amigo tuyo acaba de conectarse.")</a:t>
            </a:r>
            <a:endParaRPr sz="1600"/>
          </a:p>
        </p:txBody>
      </p:sp>
      <p:sp>
        <p:nvSpPr>
          <p:cNvPr id="168" name="Google Shape;168;p4"/>
          <p:cNvSpPr/>
          <p:nvPr/>
        </p:nvSpPr>
        <p:spPr>
          <a:xfrm>
            <a:off x="548649" y="4368275"/>
            <a:ext cx="4960800" cy="74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1900" lIns="83825" spcFirstLastPara="1" rIns="83825" wrap="square" tIns="4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99581" y="4523398"/>
            <a:ext cx="435900" cy="435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1900" lIns="83825" spcFirstLastPara="1" rIns="83825" wrap="square" tIns="4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84"/>
          </a:p>
        </p:txBody>
      </p:sp>
      <p:sp>
        <p:nvSpPr>
          <p:cNvPr id="170" name="Google Shape;170;p4"/>
          <p:cNvSpPr txBox="1"/>
          <p:nvPr/>
        </p:nvSpPr>
        <p:spPr>
          <a:xfrm>
            <a:off x="1269767" y="4435356"/>
            <a:ext cx="4164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550" lIns="67075" spcFirstLastPara="1" rIns="67075" wrap="square" tIns="33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Porque </a:t>
            </a:r>
            <a:r>
              <a:rPr b="0" i="0" lang="en-US" sz="1959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solo funciona con números, no con </a:t>
            </a:r>
            <a:r>
              <a:rPr b="0" i="0" lang="en-US" sz="1959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0" i="0" lang="en-US" sz="1959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84"/>
          </a:p>
        </p:txBody>
      </p:sp>
      <p:sp>
        <p:nvSpPr>
          <p:cNvPr id="171" name="Google Shape;171;p4"/>
          <p:cNvSpPr/>
          <p:nvPr/>
        </p:nvSpPr>
        <p:spPr>
          <a:xfrm>
            <a:off x="5761250" y="4368275"/>
            <a:ext cx="5995800" cy="74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1900" lIns="83825" spcFirstLastPara="1" rIns="83825" wrap="square" tIns="4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5943672" y="4523398"/>
            <a:ext cx="527100" cy="435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1900" lIns="83825" spcFirstLastPara="1" rIns="83825" wrap="square" tIns="4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84"/>
          </a:p>
        </p:txBody>
      </p:sp>
      <p:sp>
        <p:nvSpPr>
          <p:cNvPr id="173" name="Google Shape;173;p4"/>
          <p:cNvSpPr txBox="1"/>
          <p:nvPr/>
        </p:nvSpPr>
        <p:spPr>
          <a:xfrm>
            <a:off x="6632822" y="4435356"/>
            <a:ext cx="50334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550" lIns="67075" spcFirstLastPara="1" rIns="67075" wrap="square" tIns="33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Porque </a:t>
            </a:r>
            <a:r>
              <a:rPr b="0" i="0" lang="en-US" sz="1959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siempre necesita un </a:t>
            </a:r>
            <a:r>
              <a:rPr b="0" i="0" lang="en-US" sz="1959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al final y aquí no hace falta.</a:t>
            </a:r>
            <a:endParaRPr sz="1684"/>
          </a:p>
        </p:txBody>
      </p:sp>
      <p:sp>
        <p:nvSpPr>
          <p:cNvPr id="174" name="Google Shape;174;p4"/>
          <p:cNvSpPr/>
          <p:nvPr/>
        </p:nvSpPr>
        <p:spPr>
          <a:xfrm>
            <a:off x="548649" y="5231938"/>
            <a:ext cx="4960800" cy="12579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1900" lIns="83825" spcFirstLastPara="1" rIns="83825" wrap="square" tIns="4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99581" y="5642807"/>
            <a:ext cx="435900" cy="435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1900" lIns="83825" spcFirstLastPara="1" rIns="83825" wrap="square" tIns="4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84"/>
          </a:p>
        </p:txBody>
      </p:sp>
      <p:sp>
        <p:nvSpPr>
          <p:cNvPr id="176" name="Google Shape;176;p4"/>
          <p:cNvSpPr txBox="1"/>
          <p:nvPr/>
        </p:nvSpPr>
        <p:spPr>
          <a:xfrm>
            <a:off x="1269767" y="5299019"/>
            <a:ext cx="4164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550" lIns="67075" spcFirstLastPara="1" rIns="67075" wrap="square" tIns="33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Porque el orden de los avisos cambiaría si se usara </a:t>
            </a:r>
            <a:r>
              <a:rPr b="0" i="0" lang="en-US" sz="1959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84"/>
          </a:p>
        </p:txBody>
      </p:sp>
      <p:sp>
        <p:nvSpPr>
          <p:cNvPr id="177" name="Google Shape;177;p4"/>
          <p:cNvSpPr/>
          <p:nvPr/>
        </p:nvSpPr>
        <p:spPr>
          <a:xfrm>
            <a:off x="5761250" y="5231938"/>
            <a:ext cx="5995800" cy="12579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1900" lIns="83825" spcFirstLastPara="1" rIns="83825" wrap="square" tIns="4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5943672" y="5642807"/>
            <a:ext cx="527100" cy="435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1900" lIns="83825" spcFirstLastPara="1" rIns="83825" wrap="square" tIns="4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84"/>
          </a:p>
        </p:txBody>
      </p:sp>
      <p:sp>
        <p:nvSpPr>
          <p:cNvPr id="179" name="Google Shape;179;p4"/>
          <p:cNvSpPr txBox="1"/>
          <p:nvPr/>
        </p:nvSpPr>
        <p:spPr>
          <a:xfrm>
            <a:off x="6632800" y="5299025"/>
            <a:ext cx="51243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550" lIns="67075" spcFirstLastPara="1" rIns="67075" wrap="square" tIns="33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Porque son independientes: pueden ser verdaderas las dos a la vez, y con </a:t>
            </a:r>
            <a:r>
              <a:rPr b="0" i="0" lang="en-US" sz="1959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0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el segundo aviso nunca aparecería junto al primero.</a:t>
            </a:r>
            <a:endParaRPr sz="1684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19.5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📝  Ahora sí: completa el Formulario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https://forms.gle/sjRpbgmQzrpkEBsH9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Qué escribir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tu nombre completo.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Tema de la clase de hoy: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condicionales independientes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Respuestas: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marca la letra que anotaste en cada una de las 3 preguntas.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Envía. Cuando estén todos, revisamos las respuestas juntos.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19.5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1 — Respuesta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 alguien ingresa 300, ¿qué imprime este programa?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Estado: El juego se puede instalar.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calcula bien el mensaje y lo guarda en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mensaje_instalacion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pero el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print()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 usa esa variable: imprime un texto fijo escrito a mano. El programa dice siempre lo mismo, sin importar cuánto espacio se ingrese.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19.5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2 — Respuesta</a:t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 alguien ingresa 8000, ¿qué pasa?</a:t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programa se detiene con un error, porque está comparando texto con un número.</a:t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input()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siempre entrega texto, aunque escribas números. Sin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int()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Python no puede comparar el texto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"8000"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con el número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12000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el programa se cae. La forma correcta es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int(input(...))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19.5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3 — Respuesta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¿Por qué estos dos avisos van con dos </a:t>
            </a:r>
            <a:r>
              <a:rPr b="0" i="0" lang="en-US" sz="1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separados y no encadenados con </a:t>
            </a:r>
            <a:r>
              <a:rPr b="0" i="0" lang="en-US" sz="1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48640" y="1874519"/>
            <a:ext cx="11094415" cy="1609344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49808" y="2404872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46" name="Google Shape;246;p8"/>
          <p:cNvSpPr txBox="1"/>
          <p:nvPr/>
        </p:nvSpPr>
        <p:spPr>
          <a:xfrm>
            <a:off x="1508760" y="1965960"/>
            <a:ext cx="9859975" cy="1426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Porque son independientes: pueden ser verdaderas las dos a la vez, y con </a:t>
            </a: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el segundo aviso nunca aparecería junto al primero.</a:t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48640" y="3758183"/>
            <a:ext cx="11094415" cy="291693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48640" y="3758183"/>
            <a:ext cx="73152" cy="291693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804672" y="3886199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50" name="Google Shape;250;p8"/>
          <p:cNvSpPr txBox="1"/>
          <p:nvPr/>
        </p:nvSpPr>
        <p:spPr>
          <a:xfrm>
            <a:off x="804672" y="4379975"/>
            <a:ext cx="10545775" cy="216712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te quede poca vida no cambia si un amigo se conecta. Son preguntas sin relación, así que cada una necesita su propio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Encadenadas con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apenas se cumpliera la primera, la segunda ni siquiera se revisaría.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