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2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</a:t>
            </a:r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94A3B8"/>
                </a:solidFill>
                <a:latin typeface="Calibri"/>
              </a:rPr>
              <a:t>, encadenamiento de condiciones alternativas, orden de evaluación, condiciones mutuamente excluyentes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Hoy aprenderás elif — un paso más para que tu código haga cosas reales 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14 - elif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3808071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808071" cy="2240280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Aplicar la sentencia </a:t>
            </a:r>
            <a:r>
              <a:rPr sz="2200" b="0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>
                <a:solidFill>
                  <a:srgbClr val="FFFFFF"/>
                </a:solidFill>
                <a:latin typeface="Calibri"/>
              </a:rPr>
              <a:t> en Python para construir programas que clasifiquen entre múltiples condiciones mutuamente excluyentes, con orden al definir los caminos posibles antes de escribir código.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1343" y="914400"/>
            <a:ext cx="6664552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1343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69943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9943" y="1417320"/>
            <a:ext cx="6362800" cy="224028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El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orden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la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capacidad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pensar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caminos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posibles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antes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ponerse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escribir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organizarlos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de mayor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menor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urgencia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de forma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no se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pisen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entre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sí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Hoy la vas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ejercitar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diseñando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un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sistema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le dice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tu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curso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organizar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juntar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plata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según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cuánto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llevan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común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🦻 No ocupen audífonos.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F5A623"/>
                </a:solidFill>
                <a:latin typeface="Calibri"/>
              </a:rPr>
              <a:t>⚡ Haz </a:t>
            </a:r>
            <a:r>
              <a:rPr sz="3000" b="1" dirty="0" err="1">
                <a:solidFill>
                  <a:srgbClr val="F5A623"/>
                </a:solidFill>
                <a:latin typeface="Calibri"/>
              </a:rPr>
              <a:t>Ahora</a:t>
            </a:r>
            <a:endParaRPr sz="3000" b="1" dirty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014984"/>
            <a:ext cx="108200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solidFill>
                  <a:schemeClr val="bg1"/>
                </a:solidFill>
                <a:latin typeface="Calibri"/>
              </a:rPr>
              <a:t>Hace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algunos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años</a:t>
            </a:r>
            <a:r>
              <a:rPr b="0" dirty="0">
                <a:solidFill>
                  <a:schemeClr val="bg1"/>
                </a:solidFill>
                <a:latin typeface="Calibri"/>
              </a:rPr>
              <a:t>,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cursos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que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ya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hicieron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el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viaje</a:t>
            </a:r>
            <a:r>
              <a:rPr b="0" dirty="0">
                <a:solidFill>
                  <a:schemeClr val="bg1"/>
                </a:solidFill>
                <a:latin typeface="Calibri"/>
              </a:rPr>
              <a:t> de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estudio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aprendieron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por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experiencia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qué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actividad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funciona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mejor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según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cuánto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lleva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el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fondo</a:t>
            </a:r>
            <a:r>
              <a:rPr b="0" dirty="0">
                <a:solidFill>
                  <a:schemeClr val="bg1"/>
                </a:solidFill>
                <a:latin typeface="Calibri"/>
              </a:rPr>
              <a:t>. Con ese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aprendizaje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acumulado</a:t>
            </a:r>
            <a:r>
              <a:rPr b="0" dirty="0">
                <a:solidFill>
                  <a:schemeClr val="bg1"/>
                </a:solidFill>
                <a:latin typeface="Calibri"/>
              </a:rPr>
              <a:t>,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crearon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esta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tabla</a:t>
            </a:r>
            <a:r>
              <a:rPr b="0" dirty="0">
                <a:solidFill>
                  <a:schemeClr val="bg1"/>
                </a:solidFill>
                <a:latin typeface="Calibri"/>
              </a:rPr>
              <a:t>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84257"/>
              </p:ext>
            </p:extLst>
          </p:nvPr>
        </p:nvGraphicFramePr>
        <p:xfrm>
          <a:off x="2457386" y="1956816"/>
          <a:ext cx="7276924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584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Si el fondo lleva…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La actividad recomendada es…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</a:rPr>
                        <a:t>Menos de $250.000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</a:rPr>
                        <a:t>Bingo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</a:rPr>
                        <a:t>Entre $250.000 y $499.999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</a:rPr>
                        <a:t>Rifa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</a:rPr>
                        <a:t>Entre $500.000 y $749.999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</a:rPr>
                        <a:t>Feria en el liceo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</a:rPr>
                        <a:t>Entre $750.000 y $999.999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</a:rPr>
                        <a:t>Vender colaciones en recreos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</a:rPr>
                        <a:t>$1.000.000 o más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</a:rPr>
                        <a:t>¡Meta </a:t>
                      </a:r>
                      <a:r>
                        <a:rPr sz="1800" b="0" dirty="0" err="1">
                          <a:solidFill>
                            <a:srgbClr val="FFFFFF"/>
                          </a:solidFill>
                        </a:rPr>
                        <a:t>cumplida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</a:rPr>
                        <a:t>!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956048"/>
            <a:ext cx="11094415" cy="164591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4956048"/>
            <a:ext cx="73152" cy="1645919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013680"/>
            <a:ext cx="10820095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  <a:latin typeface="Calibri"/>
              </a:rPr>
              <a:t>Responde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tu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cuaderno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: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alibri"/>
              </a:rPr>
              <a:t>1. El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$380.000 — ¿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harían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alibri"/>
              </a:rPr>
              <a:t>2. El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$720.000 — ¿cambia la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alibri"/>
              </a:rPr>
              <a:t>3. El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$50.000 — ¿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harían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ahora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alibri"/>
              </a:rPr>
              <a:t>4. El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lleva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$1.020.000 — ¿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dice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sistema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alibri"/>
              </a:rPr>
              <a:t>5. En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tus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propias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palabras, escribe la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regla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decisión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seguirías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elegir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correcta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según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monto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del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fondo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📘 Conceptos 1–3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212080" cy="5486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54864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4919472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📘 1.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Sintaxis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
   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condición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alternativa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se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evalúa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las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anteriores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re....
📘 2. Solo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rama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se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ejecuta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
    Python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evalúa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las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orden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de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arriba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hacia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abajo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..
📘 3. El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orden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de las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importa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
    Si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condición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más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amplia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aparece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antes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más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específica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la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específica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nunca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s....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115568"/>
            <a:ext cx="5681167" cy="54864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61888" y="1115568"/>
            <a:ext cx="5681167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79" y="1298448"/>
            <a:ext cx="542513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= 25</a:t>
            </a:r>
          </a:p>
          <a:p>
            <a:pPr algn="l"/>
            <a:endParaRPr sz="1300" b="0" dirty="0">
              <a:solidFill>
                <a:srgbClr val="4ADFCB"/>
              </a:solidFill>
              <a:latin typeface="Consolas"/>
            </a:endParaRP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if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&lt; 10: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    print("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Frío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—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lleva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abrigo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.")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&lt; 20: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    print("Fresco —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una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chaqueta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basta.")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elif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temperatura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&lt; 30: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    print("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Cálido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— manga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corta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.")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else: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    print("Caliente —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usa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protector solar.")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&gt;&gt;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Cálido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 — manga </a:t>
            </a:r>
            <a:r>
              <a:rPr sz="1300" b="0" dirty="0" err="1">
                <a:solidFill>
                  <a:srgbClr val="4ADFCB"/>
                </a:solidFill>
                <a:latin typeface="Consolas"/>
              </a:rPr>
              <a:t>corta</a:t>
            </a:r>
            <a:r>
              <a:rPr sz="1300" b="0" dirty="0">
                <a:solidFill>
                  <a:srgbClr val="4ADFCB"/>
                </a:solidFill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Primera condición demasiado amplia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Todos los valores entran al primer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y nunca llegan al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Ordenar las condiciones de menor a mayor (o mayor a menor) de forma consistente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después de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SyntaxError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— Python no acepta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después del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siempre va al final, después de todos los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Olvidar 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final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Si ninguna condición se cumple, el programa no imprime nada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Agregar un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que cubra todos los casos restantes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621</Words>
  <Application>Microsoft Office PowerPoint</Application>
  <PresentationFormat>Panorámica</PresentationFormat>
  <Paragraphs>69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Ignacio Vargas Palominos</cp:lastModifiedBy>
  <cp:revision>2</cp:revision>
  <dcterms:created xsi:type="dcterms:W3CDTF">2013-01-27T09:14:16Z</dcterms:created>
  <dcterms:modified xsi:type="dcterms:W3CDTF">2026-06-30T14:52:52Z</dcterms:modified>
  <cp:category/>
</cp:coreProperties>
</file>