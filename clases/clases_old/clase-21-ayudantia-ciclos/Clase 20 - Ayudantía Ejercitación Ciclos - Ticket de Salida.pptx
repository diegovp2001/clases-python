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6" roundtripDataSignature="AMtx7miLHAaScGgWPxIi6ZM/oJo7UKN2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21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TICKET DE SALIDA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548640" y="960120"/>
            <a:ext cx="11094415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🎫  Ticket de Salida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548640" y="1828800"/>
            <a:ext cx="110943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Clase 2</a:t>
            </a: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— Ayudantía Ejercitación Ciclos</a:t>
            </a:r>
            <a:endParaRPr/>
          </a:p>
        </p:txBody>
      </p:sp>
      <p:sp>
        <p:nvSpPr>
          <p:cNvPr id="91" name="Google Shape;91;p1"/>
          <p:cNvSpPr/>
          <p:nvPr/>
        </p:nvSpPr>
        <p:spPr>
          <a:xfrm>
            <a:off x="548640" y="2560320"/>
            <a:ext cx="11094415" cy="3063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548640" y="2560320"/>
            <a:ext cx="73152" cy="306324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804672" y="2688336"/>
            <a:ext cx="10637215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9B8E"/>
                </a:solidFill>
                <a:latin typeface="Calibri"/>
                <a:ea typeface="Calibri"/>
                <a:cs typeface="Calibri"/>
                <a:sym typeface="Calibri"/>
              </a:rPr>
              <a:t>💡  Cómo lo vamos a hacer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804672" y="3154680"/>
            <a:ext cx="10545775" cy="23317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 Son 4 preguntas. Las vemos </a:t>
            </a: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una por una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769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 Decide tu respuesta </a:t>
            </a: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 silencio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no la digas ni la comentes.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769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 Anota la letra que elegiste (</a:t>
            </a: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o </a:t>
            </a: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769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 Recién al terminar la pregunta 4 completamos el Formulario.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769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  Después de enviarlo, revisamos juntos las respuestas.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548640" y="5943600"/>
            <a:ext cx="1109441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Nadie responde el Formulario antes de tiempo: primero te comprometes con tu respuesta.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21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TICKET DE SALIDA</a:t>
            </a:r>
            <a:endParaRPr/>
          </a:p>
        </p:txBody>
      </p:sp>
      <p:sp>
        <p:nvSpPr>
          <p:cNvPr id="105" name="Google Shape;105;p2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🎫  Pregunta 1 de 4</a:t>
            </a:r>
            <a:endParaRPr/>
          </a:p>
        </p:txBody>
      </p:sp>
      <p:sp>
        <p:nvSpPr>
          <p:cNvPr id="106" name="Google Shape;106;p2"/>
          <p:cNvSpPr/>
          <p:nvPr/>
        </p:nvSpPr>
        <p:spPr>
          <a:xfrm>
            <a:off x="548640" y="1170432"/>
            <a:ext cx="11094415" cy="5821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548640" y="1170432"/>
            <a:ext cx="73152" cy="582168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804672" y="1280160"/>
            <a:ext cx="10637215" cy="399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¿Qué valores imprime este código?</a:t>
            </a:r>
            <a:endParaRPr/>
          </a:p>
        </p:txBody>
      </p:sp>
      <p:sp>
        <p:nvSpPr>
          <p:cNvPr id="109" name="Google Shape;109;p2"/>
          <p:cNvSpPr/>
          <p:nvPr/>
        </p:nvSpPr>
        <p:spPr>
          <a:xfrm>
            <a:off x="548640" y="1935480"/>
            <a:ext cx="11094415" cy="902207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548640" y="1935480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685800" y="2081784"/>
            <a:ext cx="10820095" cy="6827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for numero in range(3, 10, 3):</a:t>
            </a:r>
            <a:b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print(numero)</a:t>
            </a:r>
            <a:endParaRPr/>
          </a:p>
        </p:txBody>
      </p:sp>
      <p:sp>
        <p:nvSpPr>
          <p:cNvPr id="112" name="Google Shape;112;p2"/>
          <p:cNvSpPr/>
          <p:nvPr/>
        </p:nvSpPr>
        <p:spPr>
          <a:xfrm>
            <a:off x="548640" y="3020568"/>
            <a:ext cx="5410047" cy="62788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"/>
          <p:cNvSpPr/>
          <p:nvPr/>
        </p:nvSpPr>
        <p:spPr>
          <a:xfrm>
            <a:off x="713232" y="3096768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1335024" y="3093720"/>
            <a:ext cx="4541367" cy="481584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3, 6, 9</a:t>
            </a:r>
            <a:endParaRPr/>
          </a:p>
        </p:txBody>
      </p:sp>
      <p:sp>
        <p:nvSpPr>
          <p:cNvPr id="115" name="Google Shape;115;p2"/>
          <p:cNvSpPr/>
          <p:nvPr/>
        </p:nvSpPr>
        <p:spPr>
          <a:xfrm>
            <a:off x="6233007" y="3020568"/>
            <a:ext cx="5410047" cy="62788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6397599" y="3096768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117" name="Google Shape;117;p2"/>
          <p:cNvSpPr txBox="1"/>
          <p:nvPr/>
        </p:nvSpPr>
        <p:spPr>
          <a:xfrm>
            <a:off x="7019391" y="3093720"/>
            <a:ext cx="4541367" cy="481584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3, 6, 9, 10</a:t>
            </a:r>
            <a:endParaRPr/>
          </a:p>
        </p:txBody>
      </p:sp>
      <p:sp>
        <p:nvSpPr>
          <p:cNvPr id="118" name="Google Shape;118;p2"/>
          <p:cNvSpPr/>
          <p:nvPr/>
        </p:nvSpPr>
        <p:spPr>
          <a:xfrm>
            <a:off x="548640" y="3776472"/>
            <a:ext cx="5410047" cy="62788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"/>
          <p:cNvSpPr/>
          <p:nvPr/>
        </p:nvSpPr>
        <p:spPr>
          <a:xfrm>
            <a:off x="713232" y="3852671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120" name="Google Shape;120;p2"/>
          <p:cNvSpPr txBox="1"/>
          <p:nvPr/>
        </p:nvSpPr>
        <p:spPr>
          <a:xfrm>
            <a:off x="1335024" y="3849624"/>
            <a:ext cx="4541367" cy="481584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3, 6</a:t>
            </a:r>
            <a:endParaRPr/>
          </a:p>
        </p:txBody>
      </p:sp>
      <p:sp>
        <p:nvSpPr>
          <p:cNvPr id="121" name="Google Shape;121;p2"/>
          <p:cNvSpPr/>
          <p:nvPr/>
        </p:nvSpPr>
        <p:spPr>
          <a:xfrm>
            <a:off x="6233007" y="3776472"/>
            <a:ext cx="5410047" cy="62788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"/>
          <p:cNvSpPr/>
          <p:nvPr/>
        </p:nvSpPr>
        <p:spPr>
          <a:xfrm>
            <a:off x="6397599" y="3852671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123" name="Google Shape;123;p2"/>
          <p:cNvSpPr txBox="1"/>
          <p:nvPr/>
        </p:nvSpPr>
        <p:spPr>
          <a:xfrm>
            <a:off x="7019391" y="3849624"/>
            <a:ext cx="4541367" cy="481584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0, 3, 6, 9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21</a:t>
            </a:r>
            <a:endParaRPr/>
          </a:p>
        </p:txBody>
      </p:sp>
      <p:sp>
        <p:nvSpPr>
          <p:cNvPr id="132" name="Google Shape;132;p3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TICKET DE SALIDA</a:t>
            </a:r>
            <a:endParaRPr/>
          </a:p>
        </p:txBody>
      </p:sp>
      <p:sp>
        <p:nvSpPr>
          <p:cNvPr id="133" name="Google Shape;133;p3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🎫  Pregunta 2 de 4</a:t>
            </a:r>
            <a:endParaRPr/>
          </a:p>
        </p:txBody>
      </p:sp>
      <p:sp>
        <p:nvSpPr>
          <p:cNvPr id="134" name="Google Shape;134;p3"/>
          <p:cNvSpPr/>
          <p:nvPr/>
        </p:nvSpPr>
        <p:spPr>
          <a:xfrm>
            <a:off x="548640" y="1170432"/>
            <a:ext cx="11094415" cy="899667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3"/>
          <p:cNvSpPr/>
          <p:nvPr/>
        </p:nvSpPr>
        <p:spPr>
          <a:xfrm>
            <a:off x="548640" y="1170432"/>
            <a:ext cx="73152" cy="899667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 txBox="1"/>
          <p:nvPr/>
        </p:nvSpPr>
        <p:spPr>
          <a:xfrm>
            <a:off x="804672" y="1280160"/>
            <a:ext cx="10637215" cy="716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 compañero quiso sumar los minutos de 3 entrenamientos de 20 minutos cada uno, pero el resultado muestra 20 en vez de 60. ¿Cuál es el error?</a:t>
            </a:r>
            <a:endParaRPr/>
          </a:p>
        </p:txBody>
      </p:sp>
      <p:sp>
        <p:nvSpPr>
          <p:cNvPr id="137" name="Google Shape;137;p3"/>
          <p:cNvSpPr/>
          <p:nvPr/>
        </p:nvSpPr>
        <p:spPr>
          <a:xfrm>
            <a:off x="548640" y="2252979"/>
            <a:ext cx="11094415" cy="151180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"/>
          <p:cNvSpPr/>
          <p:nvPr/>
        </p:nvSpPr>
        <p:spPr>
          <a:xfrm>
            <a:off x="548640" y="2252979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"/>
          <p:cNvSpPr txBox="1"/>
          <p:nvPr/>
        </p:nvSpPr>
        <p:spPr>
          <a:xfrm>
            <a:off x="685800" y="2399284"/>
            <a:ext cx="10820095" cy="1292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for entrenamiento in range(1, 4):</a:t>
            </a:r>
            <a:b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minutos_totales = 0</a:t>
            </a:r>
            <a:b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minutos_totales = minutos_totales + 20</a:t>
            </a:r>
            <a:b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print(minutos_totales)</a:t>
            </a:r>
            <a:endParaRPr/>
          </a:p>
        </p:txBody>
      </p:sp>
      <p:sp>
        <p:nvSpPr>
          <p:cNvPr id="140" name="Google Shape;140;p3"/>
          <p:cNvSpPr/>
          <p:nvPr/>
        </p:nvSpPr>
        <p:spPr>
          <a:xfrm>
            <a:off x="548640" y="3947668"/>
            <a:ext cx="5410047" cy="8757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"/>
          <p:cNvSpPr/>
          <p:nvPr/>
        </p:nvSpPr>
        <p:spPr>
          <a:xfrm>
            <a:off x="713232" y="4147819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142" name="Google Shape;142;p3"/>
          <p:cNvSpPr txBox="1"/>
          <p:nvPr/>
        </p:nvSpPr>
        <p:spPr>
          <a:xfrm>
            <a:off x="1335024" y="4020820"/>
            <a:ext cx="4541367" cy="729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range() está mal escrito</a:t>
            </a:r>
            <a:endParaRPr/>
          </a:p>
        </p:txBody>
      </p:sp>
      <p:sp>
        <p:nvSpPr>
          <p:cNvPr id="143" name="Google Shape;143;p3"/>
          <p:cNvSpPr/>
          <p:nvPr/>
        </p:nvSpPr>
        <p:spPr>
          <a:xfrm>
            <a:off x="6233007" y="3947668"/>
            <a:ext cx="5410047" cy="8757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3"/>
          <p:cNvSpPr/>
          <p:nvPr/>
        </p:nvSpPr>
        <p:spPr>
          <a:xfrm>
            <a:off x="6397599" y="4147819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145" name="Google Shape;145;p3"/>
          <p:cNvSpPr txBox="1"/>
          <p:nvPr/>
        </p:nvSpPr>
        <p:spPr>
          <a:xfrm>
            <a:off x="7019391" y="4020820"/>
            <a:ext cx="4541367" cy="729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 variable entrenamiento no se usa</a:t>
            </a:r>
            <a:endParaRPr/>
          </a:p>
        </p:txBody>
      </p:sp>
      <p:sp>
        <p:nvSpPr>
          <p:cNvPr id="146" name="Google Shape;146;p3"/>
          <p:cNvSpPr/>
          <p:nvPr/>
        </p:nvSpPr>
        <p:spPr>
          <a:xfrm>
            <a:off x="548640" y="4951476"/>
            <a:ext cx="5410047" cy="11856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"/>
          <p:cNvSpPr/>
          <p:nvPr/>
        </p:nvSpPr>
        <p:spPr>
          <a:xfrm>
            <a:off x="713232" y="5306568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148" name="Google Shape;148;p3"/>
          <p:cNvSpPr txBox="1"/>
          <p:nvPr/>
        </p:nvSpPr>
        <p:spPr>
          <a:xfrm>
            <a:off x="1335024" y="5024628"/>
            <a:ext cx="4541367" cy="1039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minutos_totales se inicializa dentro del bucle, así que se reinicia en cada vuelta</a:t>
            </a:r>
            <a:endParaRPr/>
          </a:p>
        </p:txBody>
      </p:sp>
      <p:sp>
        <p:nvSpPr>
          <p:cNvPr id="149" name="Google Shape;149;p3"/>
          <p:cNvSpPr/>
          <p:nvPr/>
        </p:nvSpPr>
        <p:spPr>
          <a:xfrm>
            <a:off x="6233007" y="4951476"/>
            <a:ext cx="5410047" cy="11856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3"/>
          <p:cNvSpPr/>
          <p:nvPr/>
        </p:nvSpPr>
        <p:spPr>
          <a:xfrm>
            <a:off x="6397599" y="5306568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151" name="Google Shape;151;p3"/>
          <p:cNvSpPr txBox="1"/>
          <p:nvPr/>
        </p:nvSpPr>
        <p:spPr>
          <a:xfrm>
            <a:off x="7019391" y="5024628"/>
            <a:ext cx="4541367" cy="1039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Falta el print() dentro del bucle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21</a:t>
            </a:r>
            <a:endParaRPr/>
          </a:p>
        </p:txBody>
      </p:sp>
      <p:sp>
        <p:nvSpPr>
          <p:cNvPr id="160" name="Google Shape;160;p4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TICKET DE SALIDA</a:t>
            </a:r>
            <a:endParaRPr/>
          </a:p>
        </p:txBody>
      </p:sp>
      <p:sp>
        <p:nvSpPr>
          <p:cNvPr id="161" name="Google Shape;161;p4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🎫  Pregunta 3 de 4</a:t>
            </a:r>
            <a:endParaRPr/>
          </a:p>
        </p:txBody>
      </p:sp>
      <p:sp>
        <p:nvSpPr>
          <p:cNvPr id="162" name="Google Shape;162;p4"/>
          <p:cNvSpPr/>
          <p:nvPr/>
        </p:nvSpPr>
        <p:spPr>
          <a:xfrm>
            <a:off x="548640" y="1170432"/>
            <a:ext cx="11094415" cy="5821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548640" y="1170432"/>
            <a:ext cx="73152" cy="582168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 txBox="1"/>
          <p:nvPr/>
        </p:nvSpPr>
        <p:spPr>
          <a:xfrm>
            <a:off x="804672" y="1280160"/>
            <a:ext cx="10637215" cy="399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¿Cuántas veces se ejecuta el print() en total?</a:t>
            </a:r>
            <a:endParaRPr/>
          </a:p>
        </p:txBody>
      </p:sp>
      <p:sp>
        <p:nvSpPr>
          <p:cNvPr id="165" name="Google Shape;165;p4"/>
          <p:cNvSpPr/>
          <p:nvPr/>
        </p:nvSpPr>
        <p:spPr>
          <a:xfrm>
            <a:off x="548640" y="1935480"/>
            <a:ext cx="11094415" cy="120700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"/>
          <p:cNvSpPr/>
          <p:nvPr/>
        </p:nvSpPr>
        <p:spPr>
          <a:xfrm>
            <a:off x="548640" y="1935480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 txBox="1"/>
          <p:nvPr/>
        </p:nvSpPr>
        <p:spPr>
          <a:xfrm>
            <a:off x="685800" y="2081784"/>
            <a:ext cx="10820095" cy="987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for pasillo in range(1, 3):</a:t>
            </a:r>
            <a:b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for estante in range(1, 5):</a:t>
            </a:r>
            <a:b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    print(pasillo, estante)</a:t>
            </a:r>
            <a:endParaRPr/>
          </a:p>
        </p:txBody>
      </p:sp>
      <p:sp>
        <p:nvSpPr>
          <p:cNvPr id="168" name="Google Shape;168;p4"/>
          <p:cNvSpPr/>
          <p:nvPr/>
        </p:nvSpPr>
        <p:spPr>
          <a:xfrm>
            <a:off x="548640" y="3325368"/>
            <a:ext cx="5410047" cy="62788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713232" y="3401568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170" name="Google Shape;170;p4"/>
          <p:cNvSpPr txBox="1"/>
          <p:nvPr/>
        </p:nvSpPr>
        <p:spPr>
          <a:xfrm>
            <a:off x="1335024" y="3398520"/>
            <a:ext cx="4541367" cy="481584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 veces</a:t>
            </a:r>
            <a:endParaRPr/>
          </a:p>
        </p:txBody>
      </p:sp>
      <p:sp>
        <p:nvSpPr>
          <p:cNvPr id="171" name="Google Shape;171;p4"/>
          <p:cNvSpPr/>
          <p:nvPr/>
        </p:nvSpPr>
        <p:spPr>
          <a:xfrm>
            <a:off x="6233007" y="3325368"/>
            <a:ext cx="5410047" cy="62788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/>
          <p:nvPr/>
        </p:nvSpPr>
        <p:spPr>
          <a:xfrm>
            <a:off x="6397599" y="3401568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173" name="Google Shape;173;p4"/>
          <p:cNvSpPr txBox="1"/>
          <p:nvPr/>
        </p:nvSpPr>
        <p:spPr>
          <a:xfrm>
            <a:off x="7019391" y="3398520"/>
            <a:ext cx="4541367" cy="481584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 veces</a:t>
            </a:r>
            <a:endParaRPr/>
          </a:p>
        </p:txBody>
      </p:sp>
      <p:sp>
        <p:nvSpPr>
          <p:cNvPr id="174" name="Google Shape;174;p4"/>
          <p:cNvSpPr/>
          <p:nvPr/>
        </p:nvSpPr>
        <p:spPr>
          <a:xfrm>
            <a:off x="548640" y="4081272"/>
            <a:ext cx="5410047" cy="62788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713232" y="4157472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176" name="Google Shape;176;p4"/>
          <p:cNvSpPr txBox="1"/>
          <p:nvPr/>
        </p:nvSpPr>
        <p:spPr>
          <a:xfrm>
            <a:off x="1335024" y="4154424"/>
            <a:ext cx="4541367" cy="481584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 veces</a:t>
            </a:r>
            <a:endParaRPr/>
          </a:p>
        </p:txBody>
      </p:sp>
      <p:sp>
        <p:nvSpPr>
          <p:cNvPr id="177" name="Google Shape;177;p4"/>
          <p:cNvSpPr/>
          <p:nvPr/>
        </p:nvSpPr>
        <p:spPr>
          <a:xfrm>
            <a:off x="6233007" y="4081272"/>
            <a:ext cx="5410047" cy="62788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"/>
          <p:cNvSpPr/>
          <p:nvPr/>
        </p:nvSpPr>
        <p:spPr>
          <a:xfrm>
            <a:off x="6397599" y="4157472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179" name="Google Shape;179;p4"/>
          <p:cNvSpPr txBox="1"/>
          <p:nvPr/>
        </p:nvSpPr>
        <p:spPr>
          <a:xfrm>
            <a:off x="7019391" y="4154424"/>
            <a:ext cx="4541367" cy="481584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 veces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21</a:t>
            </a:r>
            <a:endParaRPr/>
          </a:p>
        </p:txBody>
      </p:sp>
      <p:sp>
        <p:nvSpPr>
          <p:cNvPr id="188" name="Google Shape;188;p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TICKET DE SALIDA</a:t>
            </a:r>
            <a:endParaRPr/>
          </a:p>
        </p:txBody>
      </p:sp>
      <p:sp>
        <p:nvSpPr>
          <p:cNvPr id="189" name="Google Shape;189;p5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🎫  Pregunta 4 de 4</a:t>
            </a:r>
            <a:endParaRPr/>
          </a:p>
        </p:txBody>
      </p:sp>
      <p:sp>
        <p:nvSpPr>
          <p:cNvPr id="190" name="Google Shape;190;p5"/>
          <p:cNvSpPr/>
          <p:nvPr/>
        </p:nvSpPr>
        <p:spPr>
          <a:xfrm>
            <a:off x="548640" y="1170432"/>
            <a:ext cx="11094415" cy="899667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548640" y="1170432"/>
            <a:ext cx="73152" cy="899667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 txBox="1"/>
          <p:nvPr/>
        </p:nvSpPr>
        <p:spPr>
          <a:xfrm>
            <a:off x="804672" y="1280160"/>
            <a:ext cx="10637215" cy="716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 la línea marcada se desindenta un nivel más (queda al mismo nivel que el for turno, fuera de ambos ciclos), ¿qué cambia en el resultado?</a:t>
            </a:r>
            <a:endParaRPr/>
          </a:p>
        </p:txBody>
      </p:sp>
      <p:sp>
        <p:nvSpPr>
          <p:cNvPr id="193" name="Google Shape;193;p5"/>
          <p:cNvSpPr/>
          <p:nvPr/>
        </p:nvSpPr>
        <p:spPr>
          <a:xfrm>
            <a:off x="548640" y="2252979"/>
            <a:ext cx="11094415" cy="151180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548640" y="2252979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 txBox="1"/>
          <p:nvPr/>
        </p:nvSpPr>
        <p:spPr>
          <a:xfrm>
            <a:off x="685800" y="2399284"/>
            <a:ext cx="10820095" cy="1292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for turno in range(1, 3):</a:t>
            </a:r>
            <a:b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for jugador in range(1, 4):</a:t>
            </a:r>
            <a:b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    print("Turno", turno, "- Jugador", jugador)</a:t>
            </a:r>
            <a:b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print("Turno", turno, "terminado")  # &lt;- esta línea</a:t>
            </a:r>
            <a:endParaRPr/>
          </a:p>
        </p:txBody>
      </p:sp>
      <p:sp>
        <p:nvSpPr>
          <p:cNvPr id="196" name="Google Shape;196;p5"/>
          <p:cNvSpPr/>
          <p:nvPr/>
        </p:nvSpPr>
        <p:spPr>
          <a:xfrm>
            <a:off x="548640" y="3947668"/>
            <a:ext cx="5410047" cy="11856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713232" y="4302760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198" name="Google Shape;198;p5"/>
          <p:cNvSpPr txBox="1"/>
          <p:nvPr/>
        </p:nvSpPr>
        <p:spPr>
          <a:xfrm>
            <a:off x="1335024" y="4020820"/>
            <a:ext cx="4541367" cy="1039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Nada, el resultado es idéntico</a:t>
            </a:r>
            <a:endParaRPr/>
          </a:p>
        </p:txBody>
      </p:sp>
      <p:sp>
        <p:nvSpPr>
          <p:cNvPr id="199" name="Google Shape;199;p5"/>
          <p:cNvSpPr/>
          <p:nvPr/>
        </p:nvSpPr>
        <p:spPr>
          <a:xfrm>
            <a:off x="6233007" y="3947668"/>
            <a:ext cx="5410047" cy="11856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6397599" y="4302760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201" name="Google Shape;201;p5"/>
          <p:cNvSpPr txBox="1"/>
          <p:nvPr/>
        </p:nvSpPr>
        <p:spPr>
          <a:xfrm>
            <a:off x="7019391" y="4020820"/>
            <a:ext cx="4541367" cy="1039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 imprime "terminado" una sola vez al final, en vez de una vez por cada turno</a:t>
            </a:r>
            <a:endParaRPr/>
          </a:p>
        </p:txBody>
      </p:sp>
      <p:sp>
        <p:nvSpPr>
          <p:cNvPr id="202" name="Google Shape;202;p5"/>
          <p:cNvSpPr/>
          <p:nvPr/>
        </p:nvSpPr>
        <p:spPr>
          <a:xfrm>
            <a:off x="548640" y="5261356"/>
            <a:ext cx="5410047" cy="8757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713232" y="5461507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204" name="Google Shape;204;p5"/>
          <p:cNvSpPr txBox="1"/>
          <p:nvPr/>
        </p:nvSpPr>
        <p:spPr>
          <a:xfrm>
            <a:off x="1335024" y="5334508"/>
            <a:ext cx="4541367" cy="729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programa lanza un error</a:t>
            </a:r>
            <a:endParaRPr/>
          </a:p>
        </p:txBody>
      </p:sp>
      <p:sp>
        <p:nvSpPr>
          <p:cNvPr id="205" name="Google Shape;205;p5"/>
          <p:cNvSpPr/>
          <p:nvPr/>
        </p:nvSpPr>
        <p:spPr>
          <a:xfrm>
            <a:off x="6233007" y="5261356"/>
            <a:ext cx="5410047" cy="8757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6397599" y="5461507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207" name="Google Shape;207;p5"/>
          <p:cNvSpPr txBox="1"/>
          <p:nvPr/>
        </p:nvSpPr>
        <p:spPr>
          <a:xfrm>
            <a:off x="7019391" y="5334508"/>
            <a:ext cx="4541367" cy="729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 imprime "terminado" antes de que empiece cualquier turno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21</a:t>
            </a:r>
            <a:endParaRPr/>
          </a:p>
        </p:txBody>
      </p:sp>
      <p:sp>
        <p:nvSpPr>
          <p:cNvPr id="216" name="Google Shape;216;p6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TICKET DE SALIDA</a:t>
            </a:r>
            <a:endParaRPr/>
          </a:p>
        </p:txBody>
      </p:sp>
      <p:sp>
        <p:nvSpPr>
          <p:cNvPr id="217" name="Google Shape;217;p6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📝  Ahora sí: completa el Formulario</a:t>
            </a:r>
            <a:endParaRPr/>
          </a:p>
        </p:txBody>
      </p:sp>
      <p:sp>
        <p:nvSpPr>
          <p:cNvPr id="218" name="Google Shape;218;p6"/>
          <p:cNvSpPr/>
          <p:nvPr/>
        </p:nvSpPr>
        <p:spPr>
          <a:xfrm>
            <a:off x="548640" y="1508760"/>
            <a:ext cx="11094415" cy="10972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548640" y="1508760"/>
            <a:ext cx="11094415" cy="914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 txBox="1"/>
          <p:nvPr/>
        </p:nvSpPr>
        <p:spPr>
          <a:xfrm>
            <a:off x="548640" y="17830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https://forms.gle/sjRpbgmQzrpkEBsH9</a:t>
            </a:r>
            <a:endParaRPr/>
          </a:p>
        </p:txBody>
      </p:sp>
      <p:sp>
        <p:nvSpPr>
          <p:cNvPr id="221" name="Google Shape;221;p6"/>
          <p:cNvSpPr/>
          <p:nvPr/>
        </p:nvSpPr>
        <p:spPr>
          <a:xfrm>
            <a:off x="548640" y="2834640"/>
            <a:ext cx="11094415" cy="3246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548640" y="2834640"/>
            <a:ext cx="73152" cy="32461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 txBox="1"/>
          <p:nvPr/>
        </p:nvSpPr>
        <p:spPr>
          <a:xfrm>
            <a:off x="804672" y="2962656"/>
            <a:ext cx="10637215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💡  Qué escribir</a:t>
            </a:r>
            <a:endParaRPr/>
          </a:p>
        </p:txBody>
      </p:sp>
      <p:sp>
        <p:nvSpPr>
          <p:cNvPr id="224" name="Google Shape;224;p6"/>
          <p:cNvSpPr txBox="1"/>
          <p:nvPr/>
        </p:nvSpPr>
        <p:spPr>
          <a:xfrm>
            <a:off x="804672" y="3456432"/>
            <a:ext cx="10545775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Nombre: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tu nombre completo.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769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Tema de la clase de hoy: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1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ejercitación ciclos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769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Respuestas: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marca la letra que anotaste en cada una de las 4 preguntas.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769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Envía. Cuando estén todos, revisamos las respuestas juntos.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21</a:t>
            </a:r>
            <a:endParaRPr/>
          </a:p>
        </p:txBody>
      </p:sp>
      <p:sp>
        <p:nvSpPr>
          <p:cNvPr id="233" name="Google Shape;233;p7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REVISIÓN</a:t>
            </a:r>
            <a:endParaRPr/>
          </a:p>
        </p:txBody>
      </p:sp>
      <p:sp>
        <p:nvSpPr>
          <p:cNvPr id="234" name="Google Shape;234;p7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✅  Pregunta 1 — Respuesta</a:t>
            </a:r>
            <a:endParaRPr/>
          </a:p>
        </p:txBody>
      </p:sp>
      <p:sp>
        <p:nvSpPr>
          <p:cNvPr id="235" name="Google Shape;235;p7"/>
          <p:cNvSpPr txBox="1"/>
          <p:nvPr/>
        </p:nvSpPr>
        <p:spPr>
          <a:xfrm>
            <a:off x="548640" y="1188720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¿Qué valores imprime este código?</a:t>
            </a:r>
            <a:endParaRPr/>
          </a:p>
        </p:txBody>
      </p:sp>
      <p:sp>
        <p:nvSpPr>
          <p:cNvPr id="236" name="Google Shape;236;p7"/>
          <p:cNvSpPr/>
          <p:nvPr/>
        </p:nvSpPr>
        <p:spPr>
          <a:xfrm>
            <a:off x="548640" y="1874519"/>
            <a:ext cx="11094415" cy="868680"/>
          </a:xfrm>
          <a:prstGeom prst="rect">
            <a:avLst/>
          </a:prstGeom>
          <a:solidFill>
            <a:srgbClr val="102A1C"/>
          </a:solidFill>
          <a:ln cap="flat" cmpd="sng" w="9525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749808" y="2034539"/>
            <a:ext cx="548640" cy="54864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238" name="Google Shape;238;p7"/>
          <p:cNvSpPr txBox="1"/>
          <p:nvPr/>
        </p:nvSpPr>
        <p:spPr>
          <a:xfrm>
            <a:off x="1508760" y="1965960"/>
            <a:ext cx="98599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3, 6, 9</a:t>
            </a:r>
            <a:endParaRPr/>
          </a:p>
        </p:txBody>
      </p:sp>
      <p:sp>
        <p:nvSpPr>
          <p:cNvPr id="239" name="Google Shape;239;p7"/>
          <p:cNvSpPr/>
          <p:nvPr/>
        </p:nvSpPr>
        <p:spPr>
          <a:xfrm>
            <a:off x="548640" y="3017520"/>
            <a:ext cx="11094415" cy="3657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548640" y="3017520"/>
            <a:ext cx="73152" cy="36576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 txBox="1"/>
          <p:nvPr/>
        </p:nvSpPr>
        <p:spPr>
          <a:xfrm>
            <a:off x="804672" y="3145536"/>
            <a:ext cx="10637215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💡  Por qué</a:t>
            </a:r>
            <a:endParaRPr/>
          </a:p>
        </p:txBody>
      </p:sp>
      <p:sp>
        <p:nvSpPr>
          <p:cNvPr id="242" name="Google Shape;242;p7"/>
          <p:cNvSpPr txBox="1"/>
          <p:nvPr/>
        </p:nvSpPr>
        <p:spPr>
          <a:xfrm>
            <a:off x="804672" y="3639312"/>
            <a:ext cx="10545775" cy="29077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range(3, 10, 3) empieza en 3, avanza de 3 en 3, y se detiene ANTES de 10 — por eso el último valor es 9, no 10.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21</a:t>
            </a:r>
            <a:endParaRPr/>
          </a:p>
        </p:txBody>
      </p:sp>
      <p:sp>
        <p:nvSpPr>
          <p:cNvPr id="251" name="Google Shape;251;p8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REVISIÓN</a:t>
            </a:r>
            <a:endParaRPr/>
          </a:p>
        </p:txBody>
      </p:sp>
      <p:sp>
        <p:nvSpPr>
          <p:cNvPr id="252" name="Google Shape;252;p8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✅  Pregunta 2 — Respuesta</a:t>
            </a:r>
            <a:endParaRPr/>
          </a:p>
        </p:txBody>
      </p:sp>
      <p:sp>
        <p:nvSpPr>
          <p:cNvPr id="253" name="Google Shape;253;p8"/>
          <p:cNvSpPr txBox="1"/>
          <p:nvPr/>
        </p:nvSpPr>
        <p:spPr>
          <a:xfrm>
            <a:off x="548640" y="1188720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Un compañero quiso sumar los minutos de 3 entrenamientos de 20 minutos cada uno, pero el resultado muestra 20 en vez de 60. ¿Cuál es el error?</a:t>
            </a:r>
            <a:endParaRPr/>
          </a:p>
        </p:txBody>
      </p:sp>
      <p:sp>
        <p:nvSpPr>
          <p:cNvPr id="254" name="Google Shape;254;p8"/>
          <p:cNvSpPr/>
          <p:nvPr/>
        </p:nvSpPr>
        <p:spPr>
          <a:xfrm>
            <a:off x="548640" y="1874519"/>
            <a:ext cx="11094415" cy="1225295"/>
          </a:xfrm>
          <a:prstGeom prst="rect">
            <a:avLst/>
          </a:prstGeom>
          <a:solidFill>
            <a:srgbClr val="102A1C"/>
          </a:solidFill>
          <a:ln cap="flat" cmpd="sng" w="9525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749808" y="2212848"/>
            <a:ext cx="548640" cy="54864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256" name="Google Shape;256;p8"/>
          <p:cNvSpPr txBox="1"/>
          <p:nvPr/>
        </p:nvSpPr>
        <p:spPr>
          <a:xfrm>
            <a:off x="1508760" y="1965960"/>
            <a:ext cx="9859975" cy="1042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minutos_totales se inicializa dentro del bucle, así que se reinicia en cada vuelta</a:t>
            </a:r>
            <a:endParaRPr/>
          </a:p>
        </p:txBody>
      </p:sp>
      <p:sp>
        <p:nvSpPr>
          <p:cNvPr id="257" name="Google Shape;257;p8"/>
          <p:cNvSpPr/>
          <p:nvPr/>
        </p:nvSpPr>
        <p:spPr>
          <a:xfrm>
            <a:off x="548640" y="3374135"/>
            <a:ext cx="11094415" cy="3300984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548640" y="3374135"/>
            <a:ext cx="73152" cy="330098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 txBox="1"/>
          <p:nvPr/>
        </p:nvSpPr>
        <p:spPr>
          <a:xfrm>
            <a:off x="804672" y="3502151"/>
            <a:ext cx="10637215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💡  Por qué</a:t>
            </a:r>
            <a:endParaRPr/>
          </a:p>
        </p:txBody>
      </p:sp>
      <p:sp>
        <p:nvSpPr>
          <p:cNvPr id="260" name="Google Shape;260;p8"/>
          <p:cNvSpPr txBox="1"/>
          <p:nvPr/>
        </p:nvSpPr>
        <p:spPr>
          <a:xfrm>
            <a:off x="804672" y="3995927"/>
            <a:ext cx="10545775" cy="2551176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minutos_totales = 0 debe ir una sola vez, antes del for. Si queda indentado dentro del bucle, se reinicia en cada vuelta y nunca acumula.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21</a:t>
            </a:r>
            <a:endParaRPr/>
          </a:p>
        </p:txBody>
      </p:sp>
      <p:sp>
        <p:nvSpPr>
          <p:cNvPr id="269" name="Google Shape;269;p9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REVISIÓN</a:t>
            </a:r>
            <a:endParaRPr/>
          </a:p>
        </p:txBody>
      </p:sp>
      <p:sp>
        <p:nvSpPr>
          <p:cNvPr id="270" name="Google Shape;270;p9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✅  Pregunta 3 — Respuesta</a:t>
            </a:r>
            <a:endParaRPr/>
          </a:p>
        </p:txBody>
      </p:sp>
      <p:sp>
        <p:nvSpPr>
          <p:cNvPr id="271" name="Google Shape;271;p9"/>
          <p:cNvSpPr txBox="1"/>
          <p:nvPr/>
        </p:nvSpPr>
        <p:spPr>
          <a:xfrm>
            <a:off x="548640" y="1188720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¿Cuántas veces se ejecuta el print() en total?</a:t>
            </a:r>
            <a:endParaRPr/>
          </a:p>
        </p:txBody>
      </p:sp>
      <p:sp>
        <p:nvSpPr>
          <p:cNvPr id="272" name="Google Shape;272;p9"/>
          <p:cNvSpPr/>
          <p:nvPr/>
        </p:nvSpPr>
        <p:spPr>
          <a:xfrm>
            <a:off x="548640" y="1874519"/>
            <a:ext cx="11094415" cy="868680"/>
          </a:xfrm>
          <a:prstGeom prst="rect">
            <a:avLst/>
          </a:prstGeom>
          <a:solidFill>
            <a:srgbClr val="102A1C"/>
          </a:solidFill>
          <a:ln cap="flat" cmpd="sng" w="9525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749808" y="2034539"/>
            <a:ext cx="548640" cy="54864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274" name="Google Shape;274;p9"/>
          <p:cNvSpPr txBox="1"/>
          <p:nvPr/>
        </p:nvSpPr>
        <p:spPr>
          <a:xfrm>
            <a:off x="1508760" y="1965960"/>
            <a:ext cx="98599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 veces</a:t>
            </a:r>
            <a:endParaRPr/>
          </a:p>
        </p:txBody>
      </p:sp>
      <p:sp>
        <p:nvSpPr>
          <p:cNvPr id="275" name="Google Shape;275;p9"/>
          <p:cNvSpPr/>
          <p:nvPr/>
        </p:nvSpPr>
        <p:spPr>
          <a:xfrm>
            <a:off x="548640" y="3017520"/>
            <a:ext cx="11094415" cy="3657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548640" y="3017520"/>
            <a:ext cx="73152" cy="36576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 txBox="1"/>
          <p:nvPr/>
        </p:nvSpPr>
        <p:spPr>
          <a:xfrm>
            <a:off x="804672" y="3145536"/>
            <a:ext cx="10637215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💡  Por qué</a:t>
            </a:r>
            <a:endParaRPr/>
          </a:p>
        </p:txBody>
      </p:sp>
      <p:sp>
        <p:nvSpPr>
          <p:cNvPr id="278" name="Google Shape;278;p9"/>
          <p:cNvSpPr txBox="1"/>
          <p:nvPr/>
        </p:nvSpPr>
        <p:spPr>
          <a:xfrm>
            <a:off x="804672" y="3639312"/>
            <a:ext cx="10545775" cy="29077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Por cada una de las 2 vueltas del ciclo externo, el interno corre sus 4 vueltas completas: 2 × 4 = 8.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21</a:t>
            </a:r>
            <a:endParaRPr/>
          </a:p>
        </p:txBody>
      </p:sp>
      <p:sp>
        <p:nvSpPr>
          <p:cNvPr id="287" name="Google Shape;287;p10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REVISIÓN</a:t>
            </a:r>
            <a:endParaRPr/>
          </a:p>
        </p:txBody>
      </p:sp>
      <p:sp>
        <p:nvSpPr>
          <p:cNvPr id="288" name="Google Shape;288;p10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✅  Pregunta 4 — Respuesta</a:t>
            </a:r>
            <a:endParaRPr/>
          </a:p>
        </p:txBody>
      </p:sp>
      <p:sp>
        <p:nvSpPr>
          <p:cNvPr id="289" name="Google Shape;289;p10"/>
          <p:cNvSpPr txBox="1"/>
          <p:nvPr/>
        </p:nvSpPr>
        <p:spPr>
          <a:xfrm>
            <a:off x="548640" y="1188720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Si la línea marcada se desindenta un nivel más (queda al mismo nivel que el for turno, fuera de ambos ciclos), ¿qué cambia en el resultado?</a:t>
            </a:r>
            <a:endParaRPr/>
          </a:p>
        </p:txBody>
      </p:sp>
      <p:sp>
        <p:nvSpPr>
          <p:cNvPr id="290" name="Google Shape;290;p10"/>
          <p:cNvSpPr/>
          <p:nvPr/>
        </p:nvSpPr>
        <p:spPr>
          <a:xfrm>
            <a:off x="548640" y="1874519"/>
            <a:ext cx="11094415" cy="1225295"/>
          </a:xfrm>
          <a:prstGeom prst="rect">
            <a:avLst/>
          </a:prstGeom>
          <a:solidFill>
            <a:srgbClr val="102A1C"/>
          </a:solidFill>
          <a:ln cap="flat" cmpd="sng" w="9525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749808" y="2212848"/>
            <a:ext cx="548640" cy="54864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292" name="Google Shape;292;p10"/>
          <p:cNvSpPr txBox="1"/>
          <p:nvPr/>
        </p:nvSpPr>
        <p:spPr>
          <a:xfrm>
            <a:off x="1508760" y="1965960"/>
            <a:ext cx="9859975" cy="1042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 imprime "terminado" una sola vez al final, en vez de una vez por cada turno</a:t>
            </a:r>
            <a:endParaRPr/>
          </a:p>
        </p:txBody>
      </p:sp>
      <p:sp>
        <p:nvSpPr>
          <p:cNvPr id="293" name="Google Shape;293;p10"/>
          <p:cNvSpPr/>
          <p:nvPr/>
        </p:nvSpPr>
        <p:spPr>
          <a:xfrm>
            <a:off x="548640" y="3374135"/>
            <a:ext cx="11094415" cy="3300984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548640" y="3374135"/>
            <a:ext cx="73152" cy="330098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"/>
          <p:cNvSpPr txBox="1"/>
          <p:nvPr/>
        </p:nvSpPr>
        <p:spPr>
          <a:xfrm>
            <a:off x="804672" y="3502151"/>
            <a:ext cx="10637215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💡  Por qué</a:t>
            </a:r>
            <a:endParaRPr/>
          </a:p>
        </p:txBody>
      </p:sp>
      <p:sp>
        <p:nvSpPr>
          <p:cNvPr id="296" name="Google Shape;296;p10"/>
          <p:cNvSpPr txBox="1"/>
          <p:nvPr/>
        </p:nvSpPr>
        <p:spPr>
          <a:xfrm>
            <a:off x="804672" y="3995927"/>
            <a:ext cx="10545775" cy="2551176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 sacarla del ciclo externo, deja de ejecutarse una vez por cada turno y pasa a ejecutarse una sola vez, después de que ambos ciclos ya terminaron por completo.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