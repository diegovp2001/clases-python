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21 — Ayudantía Ejercitación Ciclos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4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4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valores imprime este código?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numero in range(3, 10, 3):
    print(numero)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3, 6, 9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3, 6, 9, 10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3, 6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0, 3, 6, 9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89966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899667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7167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Un compañero quiso sumar los minutos de 3 entrenamientos de 20 minutos cada uno, pero el resultado muestra 20 en vez de 60. ¿Cuál es el error?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2979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52979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9928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entrenamiento in range(1, 4):
    minutos_totales = 0
    minutos_totales = minutos_totales + 20
print(minutos_totales)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47668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14781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20820"/>
            <a:ext cx="4541367" cy="729487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El range() está mal escrito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47668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14781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20820"/>
            <a:ext cx="4541367" cy="729487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La variable entrenamiento no se usa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51476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306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024628"/>
            <a:ext cx="4541367" cy="1039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minutos_totales se inicializa dentro del bucle, así que se reinicia en cada vuelta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951476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306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024628"/>
            <a:ext cx="4541367" cy="1039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Falta el print() dentro del bucle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¿Cuántas veces se ejecuta el print() en total?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pasillo in range(1, 3):
    for estante in range(1, 5):
        print(pasillo, estante)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98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 veces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398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4 veces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81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157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1544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6 veces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081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157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1544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8 veces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4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89966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899667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7167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Si la línea marcada se desindenta un nivel más (queda al mismo nivel que el for turno, fuera de ambos ciclos), ¿qué cambia en el resultado?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2979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52979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9928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turno in range(1, 3):
    for jugador in range(1, 4):
        print("Turno", turno, "- Jugador", jugador)
    print("Turno", turno, "terminado")  # &lt;- esta línea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47668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3027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20820"/>
            <a:ext cx="4541367" cy="1039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Nada, el resultado es idéntico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47668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3027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20820"/>
            <a:ext cx="4541367" cy="1039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Se imprime "terminado" una sola vez al final, en vez de una vez por cada turno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61356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4615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334508"/>
            <a:ext cx="4541367" cy="729487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El programa lanza un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261356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4615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334508"/>
            <a:ext cx="4541367" cy="729487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Se imprime "terminado" antes de que empiece cualquier turno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ejercitación ciclos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4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valores imprime este código?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3, 6, 9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range(3, 10, 3) empieza en 3, avanza de 3 en 3, y se detiene ANTES de 10 — por eso el último valor es 9, no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Un compañero quiso sumar los minutos de 3 entrenamientos de 20 minutos cada uno, pero el resultado muestra 20 en vez de 60. ¿Cuál es el error?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minutos_totales se inicializa dentro del bucle, así que se reinicia en cada vuelta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minutos_totales = 0 debe ir una sola vez, antes del for. Si queda indentado dentro del bucle, se reinicia en cada vuelta y nunca acumula.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¿Cuántas veces se ejecuta el print() en total?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8 veces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Por cada una de las 2 vueltas del ciclo externo, el interno corre sus 4 vueltas completas: 2 × 4 = 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4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Si la línea marcada se desindenta un nivel más (queda al mismo nivel que el for turno, fuera de ambos ciclos), ¿qué cambia en el resultado?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imprime "terminado" una sola vez al final, en vez de una vez por cada turno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Al sacarla del ciclo externo, deja de ejecutarse una vez por cada turno y pasa a ejecutarse una sola vez, después de que ambos ciclos ya terminaron por completo.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