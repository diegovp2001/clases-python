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qW89SV9QfFqG5ZBh5lgHNhJ1R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548640" y="960120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Ticket de Salida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548640" y="1828800"/>
            <a:ext cx="11094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Clase </a:t>
            </a:r>
            <a:r>
              <a:rPr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 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 For Anidado (v2 — enunciados acotados)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548640" y="2560320"/>
            <a:ext cx="11094415" cy="30632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48640" y="2560320"/>
            <a:ext cx="73152" cy="30632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804672" y="26883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9B8E"/>
                </a:solidFill>
                <a:latin typeface="Calibri"/>
                <a:ea typeface="Calibri"/>
                <a:cs typeface="Calibri"/>
                <a:sym typeface="Calibri"/>
              </a:rPr>
              <a:t>💡  Cómo lo vamos a hacer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804672" y="3154680"/>
            <a:ext cx="1054577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Son 4 preguntas. Las vemos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por una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Decide tu respuesta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silencio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: no la digas ni la comentes.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Anota la letra que elegiste (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Recién al terminar la pregunta 4 completamos el Formulario.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Después de enviarlo, revisamos juntos las respuestas.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Nadie responde el Formulario antes de tiempo: primero te comprometes con tu respuesta.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1 de 4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548640" y="1170432"/>
            <a:ext cx="11094415" cy="963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48640" y="1170432"/>
            <a:ext cx="73152" cy="963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04672" y="1280160"/>
            <a:ext cx="10637215" cy="780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pasa con el ciclo </a:t>
            </a: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asiento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cada vez que el ciclo </a:t>
            </a: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fila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avanza una vuelta?</a:t>
            </a:r>
            <a:endParaRPr/>
          </a:p>
        </p:txBody>
      </p:sp>
      <p:sp>
        <p:nvSpPr>
          <p:cNvPr id="109" name="Google Shape;109;p2"/>
          <p:cNvSpPr/>
          <p:nvPr/>
        </p:nvSpPr>
        <p:spPr>
          <a:xfrm>
            <a:off x="548640" y="2316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548640" y="2316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685800" y="2462784"/>
            <a:ext cx="10820095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fila in range(1, 4):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for asiento in range(1, 6):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print(fila, asiento)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548640" y="3706367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713232" y="41544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1335024" y="3779519"/>
            <a:ext cx="4541367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ejecuta completo, desde su inicio hasta su fin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6233007" y="3706367"/>
            <a:ext cx="5410047" cy="1371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397599" y="4154423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7019391" y="3779519"/>
            <a:ext cx="4541367" cy="12252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ejecuta una sola vez en total, sin importar el ciclo externo</a:t>
            </a:r>
            <a:endParaRPr/>
          </a:p>
        </p:txBody>
      </p:sp>
      <p:sp>
        <p:nvSpPr>
          <p:cNvPr id="118" name="Google Shape;118;p2"/>
          <p:cNvSpPr/>
          <p:nvPr/>
        </p:nvSpPr>
        <p:spPr>
          <a:xfrm>
            <a:off x="548640" y="5205984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713232" y="546811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335024" y="5279136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salta automáticamente</a:t>
            </a:r>
            <a:endParaRPr/>
          </a:p>
        </p:txBody>
      </p:sp>
      <p:sp>
        <p:nvSpPr>
          <p:cNvPr id="121" name="Google Shape;121;p2"/>
          <p:cNvSpPr/>
          <p:nvPr/>
        </p:nvSpPr>
        <p:spPr>
          <a:xfrm>
            <a:off x="6233007" y="5205984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6397599" y="5468112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7019391" y="5279136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ejecuta al revés, de atrás hacia adelante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2 de 4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diferencia hay entre este código y un </a:t>
            </a: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anidado?</a:t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548640" y="1935480"/>
            <a:ext cx="11094415" cy="15118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85800" y="2081784"/>
            <a:ext cx="10820095" cy="1292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dia in range(1, 3):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print("Día", dia)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bloque in range(1, 3):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print("Bloque", bloque)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48640" y="3630168"/>
            <a:ext cx="5410047" cy="937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713232" y="38613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1335024" y="3703320"/>
            <a:ext cx="4541367" cy="791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Nada, es exactamente lo mismo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6233007" y="3630168"/>
            <a:ext cx="5410047" cy="9377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397599" y="3861307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7019391" y="3703320"/>
            <a:ext cx="4541367" cy="791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Este código tiene un error de sintaxis</a:t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48640" y="4695952"/>
            <a:ext cx="5410047" cy="16195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713232" y="52679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1335024" y="4769104"/>
            <a:ext cx="4541367" cy="14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Aquí el segundo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 está dentro del primero — ambos ciclos corren uno después del otro, no uno dentro del otro</a:t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6233007" y="4695952"/>
            <a:ext cx="5410047" cy="161950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6397599" y="5267960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7019391" y="4769104"/>
            <a:ext cx="4541367" cy="14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segundo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reemplaza al primero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3 de 4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¿Qué imprime este programa?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548640" y="1935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/>
        </p:nvSpPr>
        <p:spPr>
          <a:xfrm>
            <a:off x="685800" y="2081784"/>
            <a:ext cx="10820095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fila in range(1, 3):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for columna in range(1, 4):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print(fila, columna)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48640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713232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1335024" y="3398520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1 / 2 1 / 1 2 / 2 2 / 1 3 / 2 3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233007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397599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7019391" y="3398520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1 / 1 2 / 1 3 / 2 1 / 2 2 / 2 3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548640" y="445312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713232" y="45293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1335024" y="4526280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1 / 1 2 / 1 3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6233007" y="4453128"/>
            <a:ext cx="5410047" cy="62788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397599" y="4529328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7019391" y="4526280"/>
            <a:ext cx="4541367" cy="481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🎫  Pregunta 4 de 4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548640" y="1170432"/>
            <a:ext cx="11094415" cy="58216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48640" y="1170432"/>
            <a:ext cx="73152" cy="582168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804672" y="1280160"/>
            <a:ext cx="10637215" cy="399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¿Cuál de las siguientes es la salida correcta?</a:t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548640" y="1935480"/>
            <a:ext cx="11094415" cy="120700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548640" y="1935480"/>
            <a:ext cx="11094415" cy="9144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 txBox="1"/>
          <p:nvPr/>
        </p:nvSpPr>
        <p:spPr>
          <a:xfrm>
            <a:off x="685800" y="2081784"/>
            <a:ext cx="10820095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semana in range(1, 4):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for sesion in range(1, semana + 1):</a:t>
            </a:r>
            <a:b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20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        print("S", semana, "-", sesion)</a:t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48640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713232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1335024" y="3398520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S1-1 / S2-1 / S3-1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6233007" y="332536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6397599" y="358749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7019391" y="3398520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S1-1 S1-2 S1-3 / S2-1 S2-2 S2-3 / S3-1 S3-2 S3-3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548640" y="44531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713232" y="47152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1335024" y="4526280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S3-1 S3-2 S3-3 / S2-1 S2-2 / S1-1</a:t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6233007" y="4453128"/>
            <a:ext cx="5410047" cy="999743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6397599" y="4715256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7019391" y="4526280"/>
            <a:ext cx="4541367" cy="85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S1-1 / S2-1 S2-2 / S3-1 S3-2 S3-3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TICKET DE SALIDA</a:t>
            </a:r>
            <a:endParaRPr/>
          </a:p>
        </p:txBody>
      </p:sp>
      <p:sp>
        <p:nvSpPr>
          <p:cNvPr id="217" name="Google Shape;217;p6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📝  Ahora sí: completa el Formulario</a:t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48640" y="1508760"/>
            <a:ext cx="11094415" cy="10972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48640" y="1508760"/>
            <a:ext cx="11094415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548640" y="1783080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https://forms.gle/sjRpbgmQzrpkEBsH9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548640" y="2834640"/>
            <a:ext cx="11094415" cy="3246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48640" y="2834640"/>
            <a:ext cx="73152" cy="3246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/>
        </p:nvSpPr>
        <p:spPr>
          <a:xfrm>
            <a:off x="804672" y="296265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Qué escribir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804672" y="3456432"/>
            <a:ext cx="10545775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tu nombre completo.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Tema de la clase de hoy: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avanzado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Respuestas: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marca la letra que anotaste en cada una de las 4 preguntas.</a:t>
            </a:r>
            <a:endParaRPr/>
          </a:p>
          <a:p>
            <a:pPr indent="0" lvl="0" marL="0" marR="0" rtl="0" algn="l">
              <a:lnSpc>
                <a:spcPct val="105000"/>
              </a:lnSpc>
              <a:spcBef>
                <a:spcPts val="769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Envía. Cuando estén todos, revisamos las respuestas juntos.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34" name="Google Shape;234;p7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1 — Respuesta</a:t>
            </a:r>
            <a:endParaRPr/>
          </a:p>
        </p:txBody>
      </p:sp>
      <p:sp>
        <p:nvSpPr>
          <p:cNvPr id="235" name="Google Shape;235;p7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¿Qué pasa con el ciclo </a:t>
            </a:r>
            <a:r>
              <a:rPr b="0" i="0" lang="en-US" sz="1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asiento</a:t>
            </a: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cada vez que el ciclo </a:t>
            </a:r>
            <a:r>
              <a:rPr b="0" i="0" lang="en-US" sz="1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 fila</a:t>
            </a: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avanza una vuelta?</a:t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38" name="Google Shape;238;p7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 ejecuta completo, desde su inicio hasta su fin</a:t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 la esencia del anidado: por cada vuelta del externo, el interno corre entero antes de que el externo avance.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2 — Respuesta</a:t>
            </a:r>
            <a:endParaRPr/>
          </a:p>
        </p:txBody>
      </p:sp>
      <p:sp>
        <p:nvSpPr>
          <p:cNvPr id="253" name="Google Shape;253;p8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¿Qué diferencia hay entre este código y un </a:t>
            </a:r>
            <a:r>
              <a:rPr b="0" i="0" lang="en-US" sz="18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anidado?</a:t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548640" y="1874519"/>
            <a:ext cx="11094415" cy="1225295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749808" y="2212848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56" name="Google Shape;256;p8"/>
          <p:cNvSpPr txBox="1"/>
          <p:nvPr/>
        </p:nvSpPr>
        <p:spPr>
          <a:xfrm>
            <a:off x="1508760" y="1965960"/>
            <a:ext cx="9859975" cy="1042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Aquí el segundo </a:t>
            </a:r>
            <a:r>
              <a:rPr b="0" i="0" lang="en-US" sz="23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no está dentro del primero — ambos ciclos corren uno después del otro, no uno dentro del otro</a:t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548640" y="3374135"/>
            <a:ext cx="11094415" cy="3300984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548640" y="3374135"/>
            <a:ext cx="73152" cy="33009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 txBox="1"/>
          <p:nvPr/>
        </p:nvSpPr>
        <p:spPr>
          <a:xfrm>
            <a:off x="804672" y="3502151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804672" y="3995927"/>
            <a:ext cx="10545775" cy="2551176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anida por sangría, no por intención: al no estar indentado dentro del primero, el segundo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es un bloque aparte que corre después.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269" name="Google Shape;269;p9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70" name="Google Shape;270;p9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3 — Respuesta</a:t>
            </a:r>
            <a:endParaRPr/>
          </a:p>
        </p:txBody>
      </p:sp>
      <p:sp>
        <p:nvSpPr>
          <p:cNvPr id="271" name="Google Shape;271;p9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¿Qué imprime este programa?</a:t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74" name="Google Shape;274;p9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1 / 1 2 / 1 3 / 2 1 / 2 2 / 2 3</a:t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78" name="Google Shape;278;p9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cada valor de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fila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(primero 1, después 2), el ciclo interno recorre completas sus 3 columnas antes de que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fila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avance — por eso salen primero las 3 combinaciones de la fila 1, y recién después las de la fila 2.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9B8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6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 txBox="1"/>
          <p:nvPr/>
        </p:nvSpPr>
        <p:spPr>
          <a:xfrm>
            <a:off x="411479" y="11887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🐍 Python · Clase 20</a:t>
            </a:r>
            <a:endParaRPr/>
          </a:p>
        </p:txBody>
      </p:sp>
      <p:sp>
        <p:nvSpPr>
          <p:cNvPr id="287" name="Google Shape;287;p10"/>
          <p:cNvSpPr txBox="1"/>
          <p:nvPr/>
        </p:nvSpPr>
        <p:spPr>
          <a:xfrm>
            <a:off x="8396935" y="1188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REVISIÓN</a:t>
            </a:r>
            <a:endParaRPr/>
          </a:p>
        </p:txBody>
      </p:sp>
      <p:sp>
        <p:nvSpPr>
          <p:cNvPr id="288" name="Google Shape;288;p10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 Pregunta 4 — Respuesta</a:t>
            </a:r>
            <a:endParaRPr/>
          </a:p>
        </p:txBody>
      </p:sp>
      <p:sp>
        <p:nvSpPr>
          <p:cNvPr id="289" name="Google Shape;289;p10"/>
          <p:cNvSpPr txBox="1"/>
          <p:nvPr/>
        </p:nvSpPr>
        <p:spPr>
          <a:xfrm>
            <a:off x="548640" y="1188720"/>
            <a:ext cx="1109441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¿Cuál de las siguientes es la salida correcta?</a:t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548640" y="1874519"/>
            <a:ext cx="11094415" cy="868680"/>
          </a:xfrm>
          <a:prstGeom prst="rect">
            <a:avLst/>
          </a:prstGeom>
          <a:solidFill>
            <a:srgbClr val="102A1C"/>
          </a:solidFill>
          <a:ln cap="flat" cmpd="sng" w="9525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749808" y="2034539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92" name="Google Shape;292;p10"/>
          <p:cNvSpPr txBox="1"/>
          <p:nvPr/>
        </p:nvSpPr>
        <p:spPr>
          <a:xfrm>
            <a:off x="1508760" y="1965960"/>
            <a:ext cx="98599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S1-1 / S2-1 S2-2 / S3-1 S3-2 S3-3</a:t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548640" y="3017520"/>
            <a:ext cx="11094415" cy="36576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548640" y="3017520"/>
            <a:ext cx="73152" cy="3657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804672" y="3145536"/>
            <a:ext cx="10637215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💡  Por qué</a:t>
            </a:r>
            <a:endParaRPr/>
          </a:p>
        </p:txBody>
      </p:sp>
      <p:sp>
        <p:nvSpPr>
          <p:cNvPr id="296" name="Google Shape;296;p10"/>
          <p:cNvSpPr txBox="1"/>
          <p:nvPr/>
        </p:nvSpPr>
        <p:spPr>
          <a:xfrm>
            <a:off x="804672" y="3639312"/>
            <a:ext cx="10545775" cy="29077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ciclo interno depende de </a:t>
            </a:r>
            <a:r>
              <a:rPr b="0" i="0" lang="en-US" sz="2100" u="none" cap="none" strike="noStrike">
                <a:solidFill>
                  <a:srgbClr val="4ADFCB"/>
                </a:solidFill>
                <a:latin typeface="Consolas"/>
                <a:ea typeface="Consolas"/>
                <a:cs typeface="Consolas"/>
                <a:sym typeface="Consolas"/>
              </a:rPr>
              <a:t>semana</a:t>
            </a: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por eso la semana 1 tiene 1 sesión, la semana 2 tiene 2, y la semana 3 tiene 3, igual que la lógica que ya usaron en el Ejercicio 1 del torneo.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