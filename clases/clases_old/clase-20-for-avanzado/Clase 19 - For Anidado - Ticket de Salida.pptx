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g5o+UD54xTDMrlXg3xhBv0Iolc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48640" y="96012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Ticket de Salida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48640" y="1828800"/>
            <a:ext cx="1109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Clase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 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 For Anidado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548640" y="2560320"/>
            <a:ext cx="11094415" cy="3063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548640" y="2560320"/>
            <a:ext cx="73152" cy="30632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04672" y="268833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💡  Cómo lo vamos a hacer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804672" y="3154680"/>
            <a:ext cx="10545775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Son 3 preguntas. Las vemos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por una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Decide tu respuesta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silencio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no la digas ni la comentes.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Anota la letra que elegiste (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Recién al terminar la pregunta 3 completamos el Formulario.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Después de enviarlo, revisamos juntos las respuestas.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Nadie responde el Formulario antes de tiempo: primero te comprometes con tu respuesta.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1 de 3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548640" y="1170432"/>
            <a:ext cx="11094415" cy="963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48640" y="1170432"/>
            <a:ext cx="73152" cy="963168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04672" y="1280160"/>
            <a:ext cx="10637215" cy="780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pasa con el ciclo </a:t>
            </a:r>
            <a: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asiento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cada vez que el ciclo </a:t>
            </a:r>
            <a: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fila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avanza una vuelta?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548640" y="2316480"/>
            <a:ext cx="11094415" cy="12070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48640" y="2316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85800" y="2462784"/>
            <a:ext cx="10820095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fila in range(1, 4):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for asiento in range(1, 6):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print(fila, asiento)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548640" y="3706367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713232" y="4154423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335024" y="3779519"/>
            <a:ext cx="4541367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ejecuta completo, desde su inicio hasta su fin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6233007" y="3706367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397599" y="4154423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7019391" y="3779519"/>
            <a:ext cx="4541367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ejecuta una sola vez en total, sin importar el ciclo externo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548640" y="5205984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713232" y="546811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335024" y="5279136"/>
            <a:ext cx="4541367" cy="85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salta automáticamente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6233007" y="5205984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6397599" y="546811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7019391" y="5279136"/>
            <a:ext cx="4541367" cy="85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ejecuta al revés, de atrás hacia adelante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2 de 3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diferencia hay entre este código y un </a:t>
            </a:r>
            <a: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anidado?</a:t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548640" y="1935480"/>
            <a:ext cx="11094415" cy="1511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85800" y="2081784"/>
            <a:ext cx="10820095" cy="1292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dia in range(1, 3):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print("Día", dia)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bloque in range(1, 3):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print("Bloque", bloque)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548640" y="3630168"/>
            <a:ext cx="5410047" cy="937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713232" y="386130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1335024" y="3703320"/>
            <a:ext cx="4541367" cy="791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Nada, es exactamente lo mismo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6233007" y="3630168"/>
            <a:ext cx="5410047" cy="937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397599" y="386130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7019391" y="3703320"/>
            <a:ext cx="4541367" cy="791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Este código tiene un error de sintaxis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548640" y="4695952"/>
            <a:ext cx="5410047" cy="16195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713232" y="526796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1335024" y="4769104"/>
            <a:ext cx="4541367" cy="14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Aquí el segundo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no está dentro del primero — ambos ciclos corren uno después del otro, no uno dentro del otro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6233007" y="4695952"/>
            <a:ext cx="5410047" cy="16195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397599" y="526796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7019391" y="4769104"/>
            <a:ext cx="4541367" cy="14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segundo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reemplaza al primero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3 de 3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 se elimina la línea marcada, ¿qué cambia en el resultado?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548640" y="1935480"/>
            <a:ext cx="11094415" cy="1511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685800" y="2081784"/>
            <a:ext cx="10820095" cy="1292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fila in range(1, 3):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for asiento in range(1, 4):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print(asiento, end=" ")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print()  # &lt;- esta línea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548640" y="36301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713232" y="3892295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1335024" y="3703320"/>
            <a:ext cx="4541367" cy="85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Nada, el resultado es idéntico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6233007" y="36301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6397599" y="3892295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7019391" y="3703320"/>
            <a:ext cx="4541367" cy="85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programa deja de funcionar y lanza un error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548640" y="4757928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713232" y="5205984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1335024" y="4831080"/>
            <a:ext cx="4541367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Solo se imprimiría la primera fila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6233007" y="4757928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6397599" y="5205984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7019391" y="4831080"/>
            <a:ext cx="4541367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Todos los asientos de todas las filas quedarían impresos en una sola línea corrida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📝  Ahora sí: completa el Formulario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548640" y="1508760"/>
            <a:ext cx="11094415" cy="10972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48640" y="1508760"/>
            <a:ext cx="11094415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548640" y="1783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https://forms.gle/sjRpbgmQzrpkEBsH9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48640" y="2834640"/>
            <a:ext cx="11094415" cy="3246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548640" y="2834640"/>
            <a:ext cx="73152" cy="3246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804672" y="296265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💡  Qué escribir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804672" y="3456432"/>
            <a:ext cx="10545775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Nombre: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tu nombre completo.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Tema de la clase de hoy: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avanzado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Respuestas: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marca la letra que anotaste en cada una de las 3 preguntas.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Envía. Cuando estén todos, revisamos las respuestas juntos.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1 — Respuesta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¿Qué pasa con el ciclo </a:t>
            </a:r>
            <a:r>
              <a:rPr b="0" i="0" lang="en-US" sz="18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asiento</a:t>
            </a: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cada vez que el ciclo </a:t>
            </a:r>
            <a:r>
              <a:rPr b="0" i="0" lang="en-US" sz="18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fila</a:t>
            </a: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avanza una vuelta?</a:t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ejecuta completo, desde su inicio hasta su fin</a:t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 la esencia del anidado: por cada vuelta del externo, el interno corre entero antes de que el externo avance.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2 — Respuesta</a:t>
            </a:r>
            <a:endParaRPr/>
          </a:p>
        </p:txBody>
      </p:sp>
      <p:sp>
        <p:nvSpPr>
          <p:cNvPr id="225" name="Google Shape;225;p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¿Qué diferencia hay entre este código y un </a:t>
            </a:r>
            <a:r>
              <a:rPr b="0" i="0" lang="en-US" sz="18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anidado?</a:t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548640" y="1874519"/>
            <a:ext cx="11094415" cy="1225295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49808" y="2212848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1508760" y="1965960"/>
            <a:ext cx="9859975" cy="1042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Aquí el segundo </a:t>
            </a:r>
            <a: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no está dentro del primero — ambos ciclos corren uno después del otro, no uno dentro del otro</a:t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548640" y="3374135"/>
            <a:ext cx="11094415" cy="330098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48640" y="3374135"/>
            <a:ext cx="73152" cy="33009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804672" y="3502151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804672" y="3995927"/>
            <a:ext cx="10545775" cy="255117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anida por sangría, no por intención: al no estar indentado dentro del primero, el segundo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 un bloque aparte que corre después.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241" name="Google Shape;241;p8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42" name="Google Shape;242;p8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3 — Respuesta</a:t>
            </a:r>
            <a:endParaRPr/>
          </a:p>
        </p:txBody>
      </p:sp>
      <p:sp>
        <p:nvSpPr>
          <p:cNvPr id="243" name="Google Shape;243;p8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Si se elimina la línea marcada, ¿qué cambia en el resultado?</a:t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548640" y="1874519"/>
            <a:ext cx="11094415" cy="1225295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749808" y="2212848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46" name="Google Shape;246;p8"/>
          <p:cNvSpPr txBox="1"/>
          <p:nvPr/>
        </p:nvSpPr>
        <p:spPr>
          <a:xfrm>
            <a:off x="1508760" y="1965960"/>
            <a:ext cx="9859975" cy="1042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Todos los asientos de todas las filas quedarían impresos en una sola línea corrida</a:t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548640" y="3374135"/>
            <a:ext cx="11094415" cy="330098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548640" y="3374135"/>
            <a:ext cx="73152" cy="33009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804672" y="3502151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50" name="Google Shape;250;p8"/>
          <p:cNvSpPr txBox="1"/>
          <p:nvPr/>
        </p:nvSpPr>
        <p:spPr>
          <a:xfrm>
            <a:off x="804672" y="3995927"/>
            <a:ext cx="10545775" cy="255117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ese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print()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vacío, nunca se salta de línea entre filas.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