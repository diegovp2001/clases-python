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24a — Funciones (def, parámetros, return)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3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3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8166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597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triple(numero):
    return numero * 3
resultado = triple(4)
print("Resultado:", resultado)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Resultado: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Resultado: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08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95299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40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Resultado: 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08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95299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40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No imprime nada, falta un </a:t>
            </a:r>
            <a:r>
              <a:rPr sz="2300">
                <a:solidFill>
                  <a:srgbClr val="4ADFCB"/>
                </a:solidFill>
                <a:latin typeface="Consolas"/>
              </a:rPr>
              <a:t>print()</a:t>
            </a:r>
            <a:r>
              <a:rPr sz="2400">
                <a:solidFill>
                  <a:srgbClr val="FFFFFF"/>
                </a:solidFill>
                <a:latin typeface="Calibri"/>
              </a:rPr>
              <a:t> dentro de la función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la última línea (</a:t>
            </a:r>
            <a:r>
              <a:rPr sz="2300">
                <a:solidFill>
                  <a:srgbClr val="4ADFCB"/>
                </a:solidFill>
                <a:latin typeface="Consolas"/>
              </a:rPr>
              <a:t>print(valor)</a:t>
            </a:r>
            <a:r>
              <a:rPr sz="2400">
                <a:solidFill>
                  <a:srgbClr val="FFFFFF"/>
                </a:solidFill>
                <a:latin typeface="Calibri"/>
              </a:rPr>
              <a:t>)?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8166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597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saluda(nombre):
    print("Hola,", nombre)
valor = saluda("Camila")
print(valor)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Hola, Camila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Camila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0872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1389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4024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0872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1389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4024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Error, no se puede guardar el resultado de una función en una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se imprime en total al ejecutar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27310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2511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clasifica(edad):
    if edad &lt; 12:
        return "niño"
    return "adulto"
    print("Fin de la función")  # &lt;- esta línea
resultado = clasifica(8)
print(resultado)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93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9255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922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niño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48493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9255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9225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niño y Fin de la función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6052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6814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6784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adulto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56052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6814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6784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Fin de la función y niño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Funciones (def, parámetros, return)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3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Resultado: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la función multiplica el parámetro por 3 y </a:t>
            </a:r>
            <a:r>
              <a:rPr sz="2100">
                <a:solidFill>
                  <a:srgbClr val="4ADFCB"/>
                </a:solidFill>
                <a:latin typeface="Consolas"/>
              </a:rPr>
              <a:t>return</a:t>
            </a:r>
            <a:r>
              <a:rPr sz="2200">
                <a:solidFill>
                  <a:srgbClr val="FFFFFF"/>
                </a:solidFill>
                <a:latin typeface="Calibri"/>
              </a:rPr>
              <a:t> entrega ese valor, que queda guardado en </a:t>
            </a:r>
            <a:r>
              <a:rPr sz="2100">
                <a:solidFill>
                  <a:srgbClr val="4ADFCB"/>
                </a:solidFill>
                <a:latin typeface="Consolas"/>
              </a:rPr>
              <a:t>resultado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la última línea (</a:t>
            </a:r>
            <a:r>
              <a:rPr sz="1800">
                <a:solidFill>
                  <a:srgbClr val="4ADFCB"/>
                </a:solidFill>
                <a:latin typeface="Consolas"/>
              </a:rPr>
              <a:t>print(valor)</a:t>
            </a:r>
            <a:r>
              <a:rPr sz="1900">
                <a:solidFill>
                  <a:srgbClr val="CBD5E1"/>
                </a:solidFill>
                <a:latin typeface="Calibri"/>
              </a:rPr>
              <a:t>)?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saluda</a:t>
            </a:r>
            <a:r>
              <a:rPr sz="2200">
                <a:solidFill>
                  <a:srgbClr val="FFFFFF"/>
                </a:solidFill>
                <a:latin typeface="Calibri"/>
              </a:rPr>
              <a:t> no tiene </a:t>
            </a:r>
            <a:r>
              <a:rPr sz="2100">
                <a:solidFill>
                  <a:srgbClr val="4ADFCB"/>
                </a:solidFill>
                <a:latin typeface="Consolas"/>
              </a:rPr>
              <a:t>return</a:t>
            </a:r>
            <a:r>
              <a:rPr sz="2200">
                <a:solidFill>
                  <a:srgbClr val="FFFFFF"/>
                </a:solidFill>
                <a:latin typeface="Calibri"/>
              </a:rPr>
              <a:t>, así que devuelve </a:t>
            </a:r>
            <a:r>
              <a:rPr sz="2100">
                <a:solidFill>
                  <a:srgbClr val="4ADFCB"/>
                </a:solidFill>
                <a:latin typeface="Consolas"/>
              </a:rPr>
              <a:t>None</a:t>
            </a:r>
            <a:r>
              <a:rPr sz="2200">
                <a:solidFill>
                  <a:srgbClr val="FFFFFF"/>
                </a:solidFill>
                <a:latin typeface="Calibri"/>
              </a:rPr>
              <a:t> por defecto y eso es lo que queda guardado en </a:t>
            </a:r>
            <a:r>
              <a:rPr sz="2100">
                <a:solidFill>
                  <a:srgbClr val="4ADFCB"/>
                </a:solidFill>
                <a:latin typeface="Consolas"/>
              </a:rPr>
              <a:t>valor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se imprime en total al ejecutar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niño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el </a:t>
            </a:r>
            <a:r>
              <a:rPr sz="2100">
                <a:solidFill>
                  <a:srgbClr val="4ADFCB"/>
                </a:solidFill>
                <a:latin typeface="Consolas"/>
              </a:rPr>
              <a:t>return "niño"</a:t>
            </a:r>
            <a:r>
              <a:rPr sz="2200">
                <a:solidFill>
                  <a:srgbClr val="FFFFFF"/>
                </a:solidFill>
                <a:latin typeface="Calibri"/>
              </a:rPr>
              <a:t> corta la ejecución de la función ahí mismo; la línea marcada nunca se alcanza.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