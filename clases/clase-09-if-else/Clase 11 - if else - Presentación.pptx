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eQOipz8pDqkcPX4BSBKIGuJ5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DF825C-6A0B-45D1-B1D5-282DACFA9AD3}">
  <a:tblStyle styleId="{ABDF825C-6A0B-45D1-B1D5-282DACFA9A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else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09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aprenderás if else — un paso más para que tu código haga cosas reales 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09 - if else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4421221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400234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Demostrar el uso de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/ else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Python para ejecutar bloques de código distintos según si una condición es verdadera o falsa, con atención.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561886" y="914400"/>
            <a:ext cx="6050994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488734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635038" y="1009731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 b="1" i="0" sz="1800" u="none" cap="none" strike="noStrike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635038" y="1371600"/>
            <a:ext cx="5886402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vez que tomas una decisión —¿me alcanza la plata?, ¿llegué a tiempo?, ¿vale la pena ir?— estás ejecutando 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 / else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tu cabeza poniendo atención a cada respuesta.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Hoy le vas a enseñar a Python a hacer eso por ti. Así funciona casi todo lo que automatiza decisiones: apps de banco, alarmas, semáforos inteligentes.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🦻 No ocupen audífonos.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09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Haz Ahora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48640" y="1115568"/>
            <a:ext cx="11094415" cy="14264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115568"/>
            <a:ext cx="73152" cy="14264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9808" y="1197864"/>
            <a:ext cx="10820095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(8 min) — papel o pizarra Hoy es el cumpleaños de un estudiante del Liceo Mario Bertero. Salió de Isla de Maipo a Santiago a ver The Mandalorian &amp; Grogu 🎬 Pero el día estuvo lleno de decisiones difíciles... Para cada situación, escribe en la celda de abajo qué debería pasar y qué pasaría si NO se cumple: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48640" y="2651760"/>
            <a:ext cx="11094415" cy="34015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48640" y="2651760"/>
            <a:ext cx="73152" cy="34015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49808" y="2788920"/>
            <a:ext cx="10820095" cy="320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Tienes $1.800 en la tarjeta BIP. El pasaje completo ida y vuelta (sin TNE) cuesta $2.800. ¿Alcanza?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Llegas al paradero a las 13:10. El bus a Santiago salió a las 13:00. ¿Alcanzaste el bus?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Tienes $7.500 y la entrada al cine cuesta $8.000. ¿Puedes entrar?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Después de pagar la entrada te quedan $3.000. El combo de palomitas + bebida cuesta $4.500. ¿Te alcanza?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48640" y="6163056"/>
            <a:ext cx="11094415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Propósito: activa que los estudiantes ya saben evaluar condiciones booleanas (unidades 08a-08c). Spoiler sutil: el código va a hacer exactamente lo que ellos acaban de razonar, solo que escrito en Python. Respuestas esperadas: 1) No alcanza ($1.800 &lt; $2.800) / 2) No alcanzó el bus (llegó a las 13:10, salió a las 13:00) / 3) No puede entrar ($7.500 &lt; $8.000) / 4) No alcanza el combo ($3.000 &lt; $4.500)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09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La sentencia `if`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48640" y="1508760"/>
            <a:ext cx="11094415" cy="15819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8640" y="1508760"/>
            <a:ext cx="73152" cy="1581912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777240" y="1901951"/>
            <a:ext cx="107286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ejecuta un bloque de código solo si la condición es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Si la condición es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el bloque se salta completamente.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48640" y="325526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48640" y="3602736"/>
            <a:ext cx="11094415" cy="191240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8640" y="3602736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31520" y="3739896"/>
            <a:ext cx="10820095" cy="1683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saldo_bip = 3000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saldo_bip &gt;= 2800: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print("Saldo suficiente. Te subes al bus.")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&gt;&gt; Saldo suficiente. Te subes al bus.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48640" y="5679730"/>
            <a:ext cx="11094415" cy="90394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5679730"/>
            <a:ext cx="73152" cy="90394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77240" y="5752882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Idea clave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777240" y="6072922"/>
            <a:ext cx="10728655" cy="465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bloque indentado solo se ejecuta si la condición es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09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La cláusula `else`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48640" y="1508760"/>
            <a:ext cx="11094415" cy="132880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48640" y="1508760"/>
            <a:ext cx="73152" cy="1328806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777240" y="1901951"/>
            <a:ext cx="10728655" cy="844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qué hacer cuando la condición del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Solo uno de los dos bloques se ejecuta — nunca los dos al mismo tiempo.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548640" y="300215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48640" y="3349630"/>
            <a:ext cx="11094415" cy="23101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48640" y="334963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31520" y="3486790"/>
            <a:ext cx="10820095" cy="208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saldo_bip = 1800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saldo_bip &gt;= 2800: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print("Saldo suficiente. Te subes al bus.")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print("No alcanza el saldo. Se olvidó la TNE y no hay plata.")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&gt;&gt; No alcanza el saldo. Se olvidó la TNE y no hay plata.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48640" y="5824362"/>
            <a:ext cx="11094415" cy="75931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48640" y="5824362"/>
            <a:ext cx="73152" cy="759317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777240" y="5897514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Idea clave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777240" y="6217554"/>
            <a:ext cx="10728655" cy="32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son dos caminos. El programa siempre toma uno, nunca los 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09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3. La indentación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48640" y="1508760"/>
            <a:ext cx="11094415" cy="147281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1508760"/>
            <a:ext cx="73152" cy="1472814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777240" y="1901951"/>
            <a:ext cx="10728655" cy="988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4 espacios (o Tab) antes de cada línea del bloque le indican a Python qué instrucciones pertenecen al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al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Sin indentación, Python no puede ejecutar el programa.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548640" y="314616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548640" y="3493638"/>
            <a:ext cx="11094415" cy="2270865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48640" y="349363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731520" y="3562218"/>
            <a:ext cx="10820095" cy="20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saldo_bip = 3000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saldo_bip &gt;= 2800: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print("Te subes al bus.")  # sin indentación → IndentationError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Corrección: agregar 4 espacios</a:t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saldo_bip &gt;= 2800: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print("Te subes al bus.")  # funciona</a:t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48640" y="5929095"/>
            <a:ext cx="11094415" cy="6545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48640" y="5929095"/>
            <a:ext cx="73152" cy="6545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777240" y="6002247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Idea clave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777240" y="6322287"/>
            <a:ext cx="10728655" cy="215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indentación no es estética, es sintaxis. Python la lee como parte del código.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09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Errores típicos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Errores típicos a evitar</a:t>
            </a:r>
            <a:endParaRPr/>
          </a:p>
        </p:txBody>
      </p:sp>
      <p:graphicFrame>
        <p:nvGraphicFramePr>
          <p:cNvPr id="201" name="Google Shape;201;p7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{ABDF825C-6A0B-45D1-B1D5-282DACFA9AD3}</a:tableStyleId>
              </a:tblPr>
              <a:tblGrid>
                <a:gridCol w="3200400"/>
                <a:gridCol w="4114800"/>
                <a:gridCol w="3779225"/>
              </a:tblGrid>
              <a:tr h="10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Olvidar los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 final del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 final de la condición y después de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indentar el bloque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IndentationError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4 espacios o Tab antes de cada línea del bloque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Poner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sin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previo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siempre va después de un </a:t>
                      </a:r>
                      <a:r>
                        <a:rPr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Si te aparece uno de estos errores, vuelve a esta tabla antes de pedir ayuda.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