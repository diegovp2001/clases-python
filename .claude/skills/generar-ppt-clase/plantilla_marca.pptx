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0" b="1">
                <a:solidFill>
                  <a:srgbClr val="0F9B8E"/>
                </a:solidFill>
                <a:latin typeface="Consolas"/>
              </a:rPr>
              <a:t>&gt;&gt;&gt;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{{TITULO_CLASE}}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  <a:latin typeface="Calibri"/>
              </a:rPr>
              <a:t>{{SUBTITULO}}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35808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9B8E"/>
                </a:solidFill>
                <a:latin typeface="Calibri"/>
              </a:rPr>
              <a:t>Clase {{NUMERO_CLASE}}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49039"/>
            <a:ext cx="10820095" cy="1920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73152" cy="1920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22191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Mensaje de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10362895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{{MENSAJE_HOY}}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74320"/>
            <a:ext cx="108200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9B8E"/>
                </a:solidFill>
                <a:latin typeface="Consolas"/>
              </a:rPr>
              <a:t>&gt;&gt;&gt; Clase {{NUMERO_CLASE}} - {{TITULO_CLASE}}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914400"/>
            <a:ext cx="73152" cy="28346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📘  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5029200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{{OBJETIVO}}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914400"/>
            <a:ext cx="73152" cy="2834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0058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💡  Propósito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5029200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{{PROPOSITO}}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31920"/>
            <a:ext cx="10820095" cy="2651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931920"/>
            <a:ext cx="73152" cy="265176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59"/>
            <a:ext cx="103628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☝ Reglas de ahora en adelante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10362895" cy="2011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{{REGLAS}}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4415" cy="1417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73152" cy="14173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10728655" cy="12344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{{CONTENIDO_TEXTO}}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Código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11094415" cy="17373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11094415" cy="914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8200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{{CONTENIDO_CODIGO}}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{{TITULO_CONCEPTO}}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94415" cy="16459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16459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📘  Definición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10728655" cy="1051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{{DEFINICION}}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Ejemplo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1109441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03320"/>
            <a:ext cx="11094415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40480"/>
            <a:ext cx="10820095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{{EJEMPLO_CODIGO}}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11094415" cy="1691639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937760"/>
            <a:ext cx="73152" cy="169163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💡  Idea 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10728655" cy="1097279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{{IDEA_CLAVE}}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Código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5852160" cy="2286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5852160" cy="914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10712"/>
            <a:ext cx="557784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{{CODIGO}}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8346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💡  Resultado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3246120"/>
            <a:ext cx="5486400" cy="2286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59" y="3246120"/>
            <a:ext cx="5486400" cy="9144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410712"/>
            <a:ext cx="521208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{{RESULTADO}}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779215"/>
              </a:tblGrid>
              <a:tr h="1028700">
                <a:tc>
                  <a:txBody>
                    <a:bodyPr lIns="137160" rIns="137160" tIns="91440" bIns="9144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anchor="ctr">
                    <a:solidFill>
                      <a:srgbClr val="0F162A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Qué ocurre</a:t>
                      </a:r>
                    </a:p>
                  </a:txBody>
                  <a:tcPr anchor="ctr">
                    <a:solidFill>
                      <a:srgbClr val="0F162A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Cómo corregirlo</a:t>
                      </a:r>
                    </a:p>
                  </a:txBody>
                  <a:tcPr anchor="ctr">
                    <a:solidFill>
                      <a:srgbClr val="0F162A"/>
                    </a:solidFill>
                  </a:tcPr>
                </a:tc>
              </a:tr>
              <a:tr h="1028700"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{{FILA_1_COL_1}}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{{FILA_1_COL_2}}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{{FILA_1_COL_3}}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{{FILA_2_COL_1}}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{{FILA_2_COL_2}}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{{FILA_2_COL_3}}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{{FILA_3_COL_1}}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{{FILA_3_COL_2}}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{{FILA_3_COL_3}}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Resuelve este ejercicio de forma individual.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6766560" cy="3108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6355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📘  Enunciado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6355080" cy="2514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{{ENUNCIADO}}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103120"/>
            <a:ext cx="4434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💡  Resultado esperado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514600"/>
            <a:ext cx="4434840" cy="2697479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2514600"/>
            <a:ext cx="4434840" cy="9144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679192"/>
            <a:ext cx="416052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{{RESULTADO_ESPERADO}}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A623"/>
                </a:solidFill>
                <a:latin typeface="Calibri"/>
              </a:rPr>
              <a:t>🎫  Ticket de salida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Tu evidencia individual de la clase de hoy.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4415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73152" cy="2377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Tu tarea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10728655" cy="182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{{TAREA}}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3440"/>
            <a:ext cx="11094415" cy="1508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663440"/>
            <a:ext cx="73152" cy="150876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💡  Cómo entregar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728655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{{ENTREGA}}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🧠  Antes de irte, piensa…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Tres preguntas para llevarte de esta clase: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73152" cy="11887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042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9B8E"/>
                </a:solidFill>
                <a:latin typeface="Calibri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31720"/>
            <a:ext cx="1018001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{{PREGUNTA_1}}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39"/>
            <a:ext cx="11094415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520439"/>
            <a:ext cx="73152" cy="11887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9B8E"/>
                </a:solidFill>
                <a:latin typeface="Calibri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57599"/>
            <a:ext cx="1018001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{{PREGUNTA_2}}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46320"/>
            <a:ext cx="11094415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73152" cy="11887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5604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9B8E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983480"/>
            <a:ext cx="1018001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{{PREGUNTA_3}}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109441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{{FILA_1_LABEL}}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8296"/>
            <a:ext cx="6263640" cy="12984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68296"/>
            <a:ext cx="6263640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5989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{{FILA_1_CODIGO}}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599" y="2368296"/>
            <a:ext cx="4556455" cy="12984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599" y="2368296"/>
            <a:ext cx="4556455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2496312"/>
            <a:ext cx="42821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{{FILA_1_RESULTADO}}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38728"/>
            <a:ext cx="1109441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{{FILA_2_LABEL}}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49624"/>
            <a:ext cx="6263640" cy="12984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49624"/>
            <a:ext cx="6263640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977639"/>
            <a:ext cx="5989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{{FILA_2_CODIGO}}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599" y="3849624"/>
            <a:ext cx="4556455" cy="12984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86599" y="3849624"/>
            <a:ext cx="4556455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59" y="3977639"/>
            <a:ext cx="42821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{{FILA_2_RESULTADO}}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20056"/>
            <a:ext cx="1109441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{{FILA_3_LABEL}}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30952"/>
            <a:ext cx="6263640" cy="12984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330952"/>
            <a:ext cx="6263640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58968"/>
            <a:ext cx="5989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{{FILA_3_CODIGO}}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599" y="5330952"/>
            <a:ext cx="4556455" cy="12984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86599" y="5330952"/>
            <a:ext cx="4556455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59" y="5458968"/>
            <a:ext cx="42821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{{FILA_3_RESULTADO}}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