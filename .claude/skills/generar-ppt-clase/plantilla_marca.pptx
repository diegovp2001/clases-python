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3657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0" b="1">
                <a:solidFill>
                  <a:srgbClr val="0F9B8E"/>
                </a:solidFill>
                <a:latin typeface="Consolas"/>
              </a:rPr>
              <a:t>&gt;&gt;&gt;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{{TITULO_CLASE}}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  <a:latin typeface="Calibri"/>
              </a:rPr>
              <a:t>{{SUBTITULO}}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35808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9B8E"/>
                </a:solidFill>
                <a:latin typeface="Calibri"/>
              </a:rPr>
              <a:t>Clase {{NUMERO_CLASE}}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49039"/>
            <a:ext cx="10820095" cy="1920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49039"/>
            <a:ext cx="73152" cy="1920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22191"/>
            <a:ext cx="10362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Mensaje de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10362895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{{MENSAJE_HOY}}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74320"/>
            <a:ext cx="108200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9B8E"/>
                </a:solidFill>
                <a:latin typeface="Consolas"/>
              </a:rPr>
              <a:t>&gt;&gt;&gt; Clase {{NUMERO_CLASE}} - {{TITULO_CLASE}}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914400"/>
            <a:ext cx="5349240" cy="2834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914400"/>
            <a:ext cx="73152" cy="28346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9B8E"/>
                </a:solidFill>
                <a:latin typeface="Calibri"/>
              </a:rPr>
              <a:t>📘  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5029200" cy="2240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{{OBJETIVO}}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914400"/>
            <a:ext cx="5349240" cy="2834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914400"/>
            <a:ext cx="73152" cy="2834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0058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💡  Propósito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5029200" cy="2240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{{PROPOSITO}}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31920"/>
            <a:ext cx="10820095" cy="2651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931920"/>
            <a:ext cx="73152" cy="265176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59"/>
            <a:ext cx="103628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☝ Reglas de ahora en adelante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59"/>
            <a:ext cx="10362895" cy="2011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{{REGLAS}}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{{SUBTITULO_SLIDE}}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11094415" cy="1417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73152" cy="14173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10728655" cy="12344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{{CONTENIDO_TEXTO}}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💻  Código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23360"/>
            <a:ext cx="11094415" cy="17373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023360"/>
            <a:ext cx="11094415" cy="914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82009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{{CONTENIDO_CODIGO}}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{{NOTA_INFERIOR}}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{{TITULO_CONCEPTO}}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1094415" cy="16459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16459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9B8E"/>
                </a:solidFill>
                <a:latin typeface="Calibri"/>
              </a:rPr>
              <a:t>📘  Definición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10728655" cy="1051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{{DEFINICION}}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💻  Ejemplo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03320"/>
            <a:ext cx="1109441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703320"/>
            <a:ext cx="11094415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40480"/>
            <a:ext cx="10820095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{{EJEMPLO_CODIGO}}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11094415" cy="1691639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937760"/>
            <a:ext cx="73152" cy="169163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💡  Idea 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40680"/>
            <a:ext cx="10728655" cy="1097279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{{IDEA_CLAVE}}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{{SUBTITULO_SLIDE}}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💻  Código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5852160" cy="2286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5852160" cy="914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10712"/>
            <a:ext cx="557784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{{CODIGO}}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8346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💡  Resultado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3246120"/>
            <a:ext cx="5486400" cy="2286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59" y="3246120"/>
            <a:ext cx="5486400" cy="9144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410712"/>
            <a:ext cx="521208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{{RESULTADO}}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{{NOTA_INFERIOR}}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779215"/>
              </a:tblGrid>
              <a:tr h="1028700">
                <a:tc>
                  <a:txBody>
                    <a:bodyPr lIns="137160" rIns="137160" tIns="91440" bIns="9144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anchor="ctr">
                    <a:solidFill>
                      <a:srgbClr val="0F162A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Qué ocurre</a:t>
                      </a:r>
                    </a:p>
                  </a:txBody>
                  <a:tcPr anchor="ctr">
                    <a:solidFill>
                      <a:srgbClr val="0F162A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Cómo corregirlo</a:t>
                      </a:r>
                    </a:p>
                  </a:txBody>
                  <a:tcPr anchor="ctr">
                    <a:solidFill>
                      <a:srgbClr val="0F162A"/>
                    </a:solidFill>
                  </a:tcPr>
                </a:tc>
              </a:tr>
              <a:tr h="1028700"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{{FILA_1_COL_1}}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{{FILA_1_COL_2}}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{{FILA_1_COL_3}}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</a:tr>
              <a:tr h="1028700"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{{FILA_2_COL_1}}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{{FILA_2_COL_2}}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{{FILA_2_COL_3}}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</a:tr>
              <a:tr h="1028700"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{{FILA_3_COL_1}}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{{FILA_3_COL_2}}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  <a:tc>
                  <a:txBody>
                    <a:bodyPr lIns="137160" rIns="137160" tIns="91440" bIns="91440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{{FILA_3_COL_3}}</a:t>
                      </a:r>
                    </a:p>
                  </a:txBody>
                  <a:tcPr anchor="ctr">
                    <a:solidFill>
                      <a:srgbClr val="1F2944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{{NOTA_INFERIOR}}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Resuelve este ejercicio de forma individual.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6766560" cy="3108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6355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9B8E"/>
                </a:solidFill>
                <a:latin typeface="Calibri"/>
              </a:rPr>
              <a:t>📘  Enunciado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6355080" cy="2514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{{ENUNCIADO}}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103120"/>
            <a:ext cx="4434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💡  Resultado esperado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514600"/>
            <a:ext cx="4434840" cy="2697479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2514600"/>
            <a:ext cx="4434840" cy="9144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2679192"/>
            <a:ext cx="4160520" cy="2468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{{RESULTADO_ESPERADO}}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{{NOTA_INFERIOR}}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A623"/>
                </a:solidFill>
                <a:latin typeface="Calibri"/>
              </a:rPr>
              <a:t>🎫  Ticket de salida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Tu evidencia individual de la clase de hoy.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11094415" cy="23774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73152" cy="2377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💻  Tu tarea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10728655" cy="1828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{{TAREA}}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3440"/>
            <a:ext cx="11094415" cy="15087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663440"/>
            <a:ext cx="73152" cy="150876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10728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💡  Cómo entregar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728655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{{ENTREGA}}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🧠  Antes de irte, piensa…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Tres preguntas para llevarte de esta clase: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73152" cy="11887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0428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9B8E"/>
                </a:solidFill>
                <a:latin typeface="Calibri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31720"/>
            <a:ext cx="1018001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{{PREGUNTA_1}}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0439"/>
            <a:ext cx="11094415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520439"/>
            <a:ext cx="73152" cy="11887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9B8E"/>
                </a:solidFill>
                <a:latin typeface="Calibri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57599"/>
            <a:ext cx="1018001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{{PREGUNTA_2}}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46320"/>
            <a:ext cx="11094415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73152" cy="118872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5604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9B8E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983480"/>
            <a:ext cx="1018001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{{PREGUNTA_3}}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{{SUBTITULO_SLIDE}}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109441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{{FILA_1_LABEL}}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68296"/>
            <a:ext cx="6263640" cy="1298448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68296"/>
            <a:ext cx="6263640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2"/>
            <a:ext cx="5989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{{FILA_1_CODIGO}}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599" y="2368296"/>
            <a:ext cx="4556455" cy="12984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599" y="2368296"/>
            <a:ext cx="4556455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59" y="2496312"/>
            <a:ext cx="428213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{{FILA_1_RESULTADO}}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38728"/>
            <a:ext cx="1109441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{{FILA_2_LABEL}}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49624"/>
            <a:ext cx="6263640" cy="1298448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49624"/>
            <a:ext cx="6263640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977639"/>
            <a:ext cx="5989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{{FILA_2_CODIGO}}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599" y="3849624"/>
            <a:ext cx="4556455" cy="12984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86599" y="3849624"/>
            <a:ext cx="4556455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59" y="3977639"/>
            <a:ext cx="428213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{{FILA_2_RESULTADO}}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20056"/>
            <a:ext cx="1109441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{{FILA_3_LABEL}}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30952"/>
            <a:ext cx="6263640" cy="1298448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330952"/>
            <a:ext cx="6263640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58968"/>
            <a:ext cx="5989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{{FILA_3_CODIGO}}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599" y="5330952"/>
            <a:ext cx="4556455" cy="129844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86599" y="5330952"/>
            <a:ext cx="4556455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59" y="5458968"/>
            <a:ext cx="428213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nsolas"/>
              </a:rPr>
              <a:t>{{FILA_3_RESULTADO}}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7315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19072"/>
            <a:ext cx="10637215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4ADFCB"/>
                </a:solidFill>
                <a:latin typeface="Consolas"/>
              </a:rPr>
              <a:t>{{EXPRESION}}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5410047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51760"/>
            <a:ext cx="73152" cy="128016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24912"/>
            <a:ext cx="513572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{{PARTE_1_LABEL}}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99232"/>
            <a:ext cx="51357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ADFCB"/>
                </a:solidFill>
                <a:latin typeface="Consolas"/>
              </a:rPr>
              <a:t>{{PARTE_1_CODIGO}}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5135727" cy="5029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{{PARTE_1_DESC}}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2651760"/>
            <a:ext cx="5410047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2651760"/>
            <a:ext cx="73152" cy="12801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724912"/>
            <a:ext cx="513572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{{PARTE_2_LABEL}}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999232"/>
            <a:ext cx="51357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ADFCB"/>
                </a:solidFill>
                <a:latin typeface="Consolas"/>
              </a:rPr>
              <a:t>{{PARTE_2_CODIGO}}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3383280"/>
            <a:ext cx="5135727" cy="5029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{{PARTE_2_DESC}}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14800"/>
            <a:ext cx="5410047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14800"/>
            <a:ext cx="73152" cy="128016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87952"/>
            <a:ext cx="513572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{{PARTE_3_LABEL}}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62272"/>
            <a:ext cx="51357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ADFCB"/>
                </a:solidFill>
                <a:latin typeface="Consolas"/>
              </a:rPr>
              <a:t>{{PARTE_3_CODIGO}}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5135727" cy="5029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{{PARTE_3_DESC}}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3007" y="4114800"/>
            <a:ext cx="5410047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4114800"/>
            <a:ext cx="73152" cy="12801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5887" y="4187952"/>
            <a:ext cx="513572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{{PARTE_4_LABEL}}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5887" y="4462272"/>
            <a:ext cx="513572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ADFCB"/>
                </a:solidFill>
                <a:latin typeface="Consolas"/>
              </a:rPr>
              <a:t>{{PARTE_4_CODIGO}}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4846320"/>
            <a:ext cx="5135727" cy="5029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{{PARTE_4_DESC}}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080760"/>
            <a:ext cx="11094415" cy="5943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080760"/>
            <a:ext cx="73152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6126480"/>
            <a:ext cx="1072865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💡  {{IDEA_CLAVE}}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{{SUBTITULO_SLIDE}}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Calibri"/>
              </a:rPr>
              <a:t>🌍  Vida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011680"/>
            <a:ext cx="5470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9B8E"/>
                </a:solidFill>
                <a:latin typeface="Calibri"/>
              </a:rPr>
              <a:t>🐍  En Python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16636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54864" cy="777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496312"/>
            <a:ext cx="4892040" cy="6309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{{FILA_1_VIDA_REAL}}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423160"/>
            <a:ext cx="457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F9B8E"/>
                </a:solidFill>
                <a:latin typeface="Calibri"/>
              </a:rPr>
              <a:t>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2423160"/>
            <a:ext cx="5470855" cy="77724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423160"/>
            <a:ext cx="54864" cy="7772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496312"/>
            <a:ext cx="5196535" cy="6309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ADFCB"/>
                </a:solidFill>
                <a:latin typeface="Consolas"/>
              </a:rPr>
              <a:t>{{FILA_1_PYTHON}}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516636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10128"/>
            <a:ext cx="54864" cy="777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383280"/>
            <a:ext cx="4892040" cy="6309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{{FILA_2_VIDA_REAL}}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3310128"/>
            <a:ext cx="457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F9B8E"/>
                </a:solidFill>
                <a:latin typeface="Calibri"/>
              </a:rPr>
              <a:t>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310128"/>
            <a:ext cx="5470855" cy="77724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310128"/>
            <a:ext cx="54864" cy="7772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3383280"/>
            <a:ext cx="5196535" cy="6309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ADFCB"/>
                </a:solidFill>
                <a:latin typeface="Consolas"/>
              </a:rPr>
              <a:t>{{FILA_2_PYTHON}}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197096"/>
            <a:ext cx="516636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197096"/>
            <a:ext cx="54864" cy="777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270248"/>
            <a:ext cx="4892040" cy="6309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{{FILA_3_VIDA_REAL}}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4197096"/>
            <a:ext cx="457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F9B8E"/>
                </a:solidFill>
                <a:latin typeface="Calibri"/>
              </a:rPr>
              <a:t>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197096"/>
            <a:ext cx="5470855" cy="77724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197096"/>
            <a:ext cx="54864" cy="7772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4270248"/>
            <a:ext cx="5196535" cy="6309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ADFCB"/>
                </a:solidFill>
                <a:latin typeface="Consolas"/>
              </a:rPr>
              <a:t>{{FILA_3_PYTHON}}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084064"/>
            <a:ext cx="516636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084064"/>
            <a:ext cx="54864" cy="777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57216"/>
            <a:ext cx="4892040" cy="6309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{{FILA_4_VIDA_REAL}}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5084064"/>
            <a:ext cx="457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F9B8E"/>
                </a:solidFill>
                <a:latin typeface="Calibri"/>
              </a:rPr>
              <a:t>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5084064"/>
            <a:ext cx="5470855" cy="77724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5084064"/>
            <a:ext cx="54864" cy="777240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5157216"/>
            <a:ext cx="5196535" cy="6309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ADFCB"/>
                </a:solidFill>
                <a:latin typeface="Consolas"/>
              </a:rPr>
              <a:t>{{FILA_4_PYTHON}}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{{TITULO_SLIDE}}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{{SUBTITULO_SLIDE}}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54100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C3535"/>
                </a:solidFill>
                <a:latin typeface="Calibri"/>
              </a:rPr>
              <a:t>{{ANTES_LABEL}}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5410047" cy="31089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410047" cy="73152"/>
          </a:xfrm>
          <a:prstGeom prst="rect">
            <a:avLst/>
          </a:prstGeom>
          <a:solidFill>
            <a:srgbClr val="FC3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5135727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{{ANTES_CODIGO}}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011680"/>
            <a:ext cx="54100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{{DESPUES_LABEL}}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423160"/>
            <a:ext cx="5410047" cy="31089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423160"/>
            <a:ext cx="5410047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2578608"/>
            <a:ext cx="5135727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4ADFCB"/>
                </a:solidFill>
                <a:latin typeface="Consolas"/>
              </a:rPr>
              <a:t>{{DESPUES_CODIGO}}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60720"/>
            <a:ext cx="11094415" cy="868679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73152" cy="86867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28655" cy="7772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💡  {{TAKEAWAY}}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onsolas"/>
              </a:rPr>
              <a:t>🐍 Python · Clase {{NUMERO_CLASE}}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0F9B8E"/>
                </a:solidFill>
                <a:latin typeface="Consolas"/>
              </a:rPr>
              <a:t>{{SECCION}}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0" b="1">
                <a:solidFill>
                  <a:srgbClr val="0F9B8E"/>
                </a:solidFill>
                <a:latin typeface="Calibri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0180015" cy="2926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{{FRASE}}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03520"/>
            <a:ext cx="101800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2C39A"/>
                </a:solidFill>
                <a:latin typeface="Calibri"/>
              </a:rPr>
              <a:t>— {{ATRIBUCION}}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