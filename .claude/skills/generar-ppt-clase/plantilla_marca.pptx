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{{TITULO_CLASE}}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{{SUBTITULO}}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{{NUMERO_CLASE}}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{{MENSAJE_HOY}}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{{NUMERO_CLASE}} - {{TITULO_CLASE}}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{{OBJETIVO}}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{{PROPOSITO}}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{{REGLAS}}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{{SUBTITULO_SLIDE}}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4415" cy="1417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14173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728655" cy="1234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{{CONTENIDO_TEXTO}}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Código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11094415" cy="17373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{{CONTENIDO_CODIGO}}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{{NOTA_INFERIOR}}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{{TITULO_CONCEPTO}}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{{DEFINICION}}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{{EJEMPLO_CODIGO}}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{{IDEA_CLAVE}}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{{SUBTITULO_SLIDE}}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Código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852160" cy="2286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852160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10712"/>
            <a:ext cx="5577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{{CODIGO}}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834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324612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59" y="3246120"/>
            <a:ext cx="548640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10712"/>
            <a:ext cx="521208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{{RESULTADO}}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{{NOTA_INFERIOR}}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779215"/>
              </a:tblGrid>
              <a:tr h="1028700"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{{FILA_1_COL_1}}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{{FILA_1_COL_2}}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{{FILA_1_COL_3}}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{{FILA_2_COL_1}}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{{FILA_2_COL_2}}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{{FILA_2_COL_3}}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{{FILA_3_COL_1}}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{{FILA_3_COL_2}}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{{FILA_3_COL_3}}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{{NOTA_INFERIOR}}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Resuelve este ejercicio de forma individual.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31089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35508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{{ENUNCIADO}}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514600"/>
            <a:ext cx="4434840" cy="26974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514600"/>
            <a:ext cx="44348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79192"/>
            <a:ext cx="416052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{{RESULTADO_ESPERADO}}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{{NOTA_INFERIOR}}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Tu evidencia individual de la clase de hoy.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4415" cy="23774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2377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Tu tarea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10728655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{{TAREA}}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11094415" cy="1508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73152" cy="1508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Cómo entregar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10728655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{{ENTREGA}}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8872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14173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39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Calibri"/>
              </a:rP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463039"/>
            <a:ext cx="9082735" cy="114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{{CIERRE_OBJETIVO}}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387187" cy="3429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8BDF8"/>
                </a:solidFill>
                <a:latin typeface="Calibri"/>
              </a:rPr>
              <a:t>Comprensión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59"/>
            <a:ext cx="4747107" cy="2423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{{CIERRE_PREGUNTA_COMPRENSION}}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3017520"/>
            <a:ext cx="5387187" cy="3429000"/>
          </a:xfrm>
          <a:prstGeom prst="rect">
            <a:avLst/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32461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ADE80"/>
                </a:solidFill>
                <a:latin typeface="Calibri"/>
              </a:rPr>
              <a:t>Propósito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5907" y="3794759"/>
            <a:ext cx="4747107" cy="2423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{{CIERRE_PREGUNTA_PROPOSITO}}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{{SUBTITULO_SLIDE}}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{{FILA_1_LABEL}}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{{FILA_1_CODIGO}}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{{FILA_1_RESULTADO}}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{{FILA_2_LABEL}}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{{FILA_2_CODIGO}}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{{FILA_2_RESULTADO}}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{{FILA_3_LABEL}}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{{FILA_3_CODIGO}}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{{FILA_3_RESULTADO}}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1063721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4ADFCB"/>
                </a:solidFill>
                <a:latin typeface="Consolas"/>
              </a:rPr>
              <a:t>{{EXPRESION}}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73152" cy="12801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{{PARTE_1_LABEL}}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{{PARTE_1_CODIGO}}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{{PARTE_1_DESC}}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65176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65176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2491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{{PARTE_2_LABEL}}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99923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{{PARTE_2_CODIGO}}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38328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{{PARTE_2_DESC}}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8795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{{PARTE_3_LABEL}}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6227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{{PARTE_3_CODIGO}}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{{PARTE_3_DESC}}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7" y="411480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411480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418795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{{PARTE_4_LABEL}}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446227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{{PARTE_4_CODIGO}}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484632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{{PARTE_4_DESC}}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080760"/>
            <a:ext cx="11094415" cy="5943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080760"/>
            <a:ext cx="73152" cy="594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126480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💡  {{IDEA_CLAVE}}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{{SUBTITULO_SLIDE}}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🌍  Vida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011680"/>
            <a:ext cx="5470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🐍  En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96312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{{FILA_1_VIDA_REAL}}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23160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423160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423160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496312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{{FILA_1_PYTHON}}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10128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10128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383280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{{FILA_2_VIDA_REAL}}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310128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310128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310128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383280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{{FILA_2_PYTHON}}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97096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97096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70248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{{FILA_3_VIDA_REAL}}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197096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197096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197096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270248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{{FILA_3_PYTHON}}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84064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84064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157216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{{FILA_4_VIDA_REAL}}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084064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5084064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5084064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5157216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{{FILA_4_PYTHON}}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{{TITULO_SLIDE}}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{{SUBTITULO_SLIDE}}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100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C3535"/>
                </a:solidFill>
                <a:latin typeface="Calibri"/>
              </a:rPr>
              <a:t>{{ANTES_LABEL}}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5410047" cy="31089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5410047" cy="73152"/>
          </a:xfrm>
          <a:prstGeom prst="rect">
            <a:avLst/>
          </a:prstGeom>
          <a:solidFill>
            <a:srgbClr val="FC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5135727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{{ANTES_CODIGO}}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011680"/>
            <a:ext cx="54100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{{DESPUES_LABEL}}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423160"/>
            <a:ext cx="5410047" cy="31089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423160"/>
            <a:ext cx="5410047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2578608"/>
            <a:ext cx="5135727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{{DESPUES_CODIGO}}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11094415" cy="8686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73152" cy="86867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728655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💡  {{TAKEAWAY}}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{{NUMERO_CLASE}}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{{SECCION}}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0F9B8E"/>
                </a:solidFill>
                <a:latin typeface="Calibr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2926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{{FRASE}}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03520"/>
            <a:ext cx="101800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— {{ATRIBUCION}}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